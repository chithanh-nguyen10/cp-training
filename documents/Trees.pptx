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51" r:id="rId1"/>
  </p:sldMasterIdLst>
  <p:notesMasterIdLst>
    <p:notesMasterId r:id="rId58"/>
  </p:notesMasterIdLst>
  <p:handoutMasterIdLst>
    <p:handoutMasterId r:id="rId59"/>
  </p:handoutMasterIdLst>
  <p:sldIdLst>
    <p:sldId id="256" r:id="rId2"/>
    <p:sldId id="345" r:id="rId3"/>
    <p:sldId id="258" r:id="rId4"/>
    <p:sldId id="275" r:id="rId5"/>
    <p:sldId id="259" r:id="rId6"/>
    <p:sldId id="260" r:id="rId7"/>
    <p:sldId id="317" r:id="rId8"/>
    <p:sldId id="261" r:id="rId9"/>
    <p:sldId id="321" r:id="rId10"/>
    <p:sldId id="323" r:id="rId11"/>
    <p:sldId id="324" r:id="rId12"/>
    <p:sldId id="325" r:id="rId13"/>
    <p:sldId id="266" r:id="rId14"/>
    <p:sldId id="274" r:id="rId15"/>
    <p:sldId id="268" r:id="rId16"/>
    <p:sldId id="314" r:id="rId17"/>
    <p:sldId id="316" r:id="rId18"/>
    <p:sldId id="270" r:id="rId19"/>
    <p:sldId id="271" r:id="rId20"/>
    <p:sldId id="272" r:id="rId21"/>
    <p:sldId id="27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13" r:id="rId38"/>
    <p:sldId id="291" r:id="rId39"/>
    <p:sldId id="292" r:id="rId40"/>
    <p:sldId id="293" r:id="rId41"/>
    <p:sldId id="295" r:id="rId42"/>
    <p:sldId id="334" r:id="rId43"/>
    <p:sldId id="337" r:id="rId44"/>
    <p:sldId id="338" r:id="rId45"/>
    <p:sldId id="339" r:id="rId46"/>
    <p:sldId id="340" r:id="rId47"/>
    <p:sldId id="341" r:id="rId48"/>
    <p:sldId id="343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44" r:id="rId57"/>
  </p:sldIdLst>
  <p:sldSz cx="14630400" cy="8229600"/>
  <p:notesSz cx="6858000" cy="9144000"/>
  <p:embeddedFontLst>
    <p:embeddedFont>
      <p:font typeface="Cambria" panose="02040503050406030204" pitchFamily="18" charset="0"/>
      <p:regular r:id="rId60"/>
      <p:bold r:id="rId61"/>
      <p:italic r:id="rId62"/>
      <p:boldItalic r:id="rId63"/>
    </p:embeddedFont>
    <p:embeddedFont>
      <p:font typeface="Cambria Math" panose="02040503050406030204" pitchFamily="18" charset="0"/>
      <p:regular r:id="rId64"/>
    </p:embeddedFont>
    <p:embeddedFont>
      <p:font typeface="LMHMono" panose="02000009000000000000" pitchFamily="49" charset="0"/>
      <p:regular r:id="rId65"/>
      <p:bold r:id="rId66"/>
    </p:embeddedFont>
    <p:embeddedFont>
      <p:font typeface="Wingdings 2" panose="05020102010507070707" pitchFamily="18" charset="2"/>
      <p:regular r:id="rId67"/>
    </p:embeddedFont>
  </p:embeddedFontLst>
  <p:defaultTextStyle>
    <a:defPPr>
      <a:defRPr lang="en-US"/>
    </a:defPPr>
    <a:lvl1pPr marL="0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1pPr>
    <a:lvl2pPr marL="703312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2pPr>
    <a:lvl3pPr marL="1406626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3pPr>
    <a:lvl4pPr marL="2109938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4pPr>
    <a:lvl5pPr marL="2813250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5pPr>
    <a:lvl6pPr marL="3516563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6pPr>
    <a:lvl7pPr marL="4219875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7pPr>
    <a:lvl8pPr marL="4923189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8pPr>
    <a:lvl9pPr marL="5626501" algn="l" defTabSz="1406626" rtl="0" eaLnBrk="1" latinLnBrk="0" hangingPunct="1">
      <a:defRPr sz="27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0000FF"/>
    <a:srgbClr val="D4EAFE"/>
    <a:srgbClr val="E4F1FF"/>
    <a:srgbClr val="D6EBFF"/>
    <a:srgbClr val="DDEFFF"/>
    <a:srgbClr val="D0EBFE"/>
    <a:srgbClr val="E3E6FC"/>
    <a:srgbClr val="DCE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06" autoAdjust="0"/>
    <p:restoredTop sz="93237" autoAdjust="0"/>
  </p:normalViewPr>
  <p:slideViewPr>
    <p:cSldViewPr showGuides="1">
      <p:cViewPr varScale="1">
        <p:scale>
          <a:sx n="121" d="100"/>
          <a:sy n="121" d="100"/>
        </p:scale>
        <p:origin x="92" y="156"/>
      </p:cViewPr>
      <p:guideLst>
        <p:guide orient="horz" pos="2592"/>
        <p:guide pos="4607"/>
      </p:guideLst>
    </p:cSldViewPr>
  </p:slideViewPr>
  <p:outlineViewPr>
    <p:cViewPr>
      <p:scale>
        <a:sx n="33" d="100"/>
        <a:sy n="33" d="100"/>
      </p:scale>
      <p:origin x="54" y="431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9" d="100"/>
          <a:sy n="119" d="100"/>
        </p:scale>
        <p:origin x="4244" y="80"/>
      </p:cViewPr>
      <p:guideLst>
        <p:guide orient="horz" pos="2880"/>
        <p:guide pos="2160"/>
      </p:guideLst>
    </p:cSldViewPr>
  </p:notesViewPr>
  <p:gridSpacing cx="152400" cy="1524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1477A-4928-4EAF-BAF6-FC5CBD13F3ED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8563A-D925-434C-8B0F-8A36681C51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887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E02D6-5BA0-4215-B18E-4735FEBDC54A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20040" y="4343400"/>
            <a:ext cx="621792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4"/>
            <a:r>
              <a:rPr lang="en-US"/>
              <a:t>	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34596-5CDF-4DF5-B9FD-476658F3C0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39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6pPr>
    <a:lvl7pPr marL="4219875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7pPr>
    <a:lvl8pPr marL="4923189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8pPr>
    <a:lvl9pPr marL="5626501" algn="l" defTabSz="1406626" rtl="0" eaLnBrk="1" latinLnBrk="0" hangingPunct="1">
      <a:defRPr sz="18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svg"/><Relationship Id="rId3" Type="http://schemas.openxmlformats.org/officeDocument/2006/relationships/image" Target="../media/image44.svg"/><Relationship Id="rId7" Type="http://schemas.openxmlformats.org/officeDocument/2006/relationships/image" Target="../media/image32.svg"/><Relationship Id="rId12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Layouts/_rels/slideLayout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26" Type="http://schemas.openxmlformats.org/officeDocument/2006/relationships/image" Target="../media/image1.png"/><Relationship Id="rId3" Type="http://schemas.openxmlformats.org/officeDocument/2006/relationships/image" Target="../media/image46.sv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44.svg"/><Relationship Id="rId33" Type="http://schemas.openxmlformats.org/officeDocument/2006/relationships/image" Target="../media/image6.svg"/><Relationship Id="rId2" Type="http://schemas.openxmlformats.org/officeDocument/2006/relationships/image" Target="../media/image4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43.png"/><Relationship Id="rId32" Type="http://schemas.openxmlformats.org/officeDocument/2006/relationships/image" Target="../media/image5.pn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image" Target="../media/image4.svg"/><Relationship Id="rId28" Type="http://schemas.openxmlformats.org/officeDocument/2006/relationships/image" Target="../media/image25.pn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31" Type="http://schemas.openxmlformats.org/officeDocument/2006/relationships/image" Target="../media/image2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3.png"/><Relationship Id="rId27" Type="http://schemas.openxmlformats.org/officeDocument/2006/relationships/image" Target="../media/image2.svg"/><Relationship Id="rId30" Type="http://schemas.openxmlformats.org/officeDocument/2006/relationships/image" Target="../media/image27.png"/><Relationship Id="rId8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B02EED2D-8289-7C3A-9C7C-6531BC1F1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D0942432-6E8B-8DBD-F8BC-041E8A02C17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6400800" cy="457200"/>
          </a:xfr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674FF29-2256-86C4-740B-9F43B73571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F5EF3F6-877C-8BFA-998F-01D8EBB63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12801600" cy="13716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CD40B0A8-DD94-3626-11A2-0077197FC8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1828800"/>
            <a:ext cx="12801600" cy="54864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pic>
        <p:nvPicPr>
          <p:cNvPr id="296" name="EvenHorizon">
            <a:extLst>
              <a:ext uri="{FF2B5EF4-FFF2-40B4-BE49-F238E27FC236}">
                <a16:creationId xmlns:a16="http://schemas.microsoft.com/office/drawing/2014/main" id="{382632DB-7A64-0E44-D165-3268966B449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518" y="9296400"/>
            <a:ext cx="1219200" cy="1219200"/>
          </a:xfrm>
          <a:prstGeom prst="rect">
            <a:avLst/>
          </a:prstGeom>
        </p:spPr>
      </p:pic>
      <p:pic>
        <p:nvPicPr>
          <p:cNvPr id="297" name="SmallStar">
            <a:extLst>
              <a:ext uri="{FF2B5EF4-FFF2-40B4-BE49-F238E27FC236}">
                <a16:creationId xmlns:a16="http://schemas.microsoft.com/office/drawing/2014/main" id="{98C80255-A4D0-C7FE-B0E2-62A40472B56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93718" y="9296400"/>
            <a:ext cx="304800" cy="304800"/>
          </a:xfrm>
          <a:prstGeom prst="rect">
            <a:avLst/>
          </a:prstGeom>
        </p:spPr>
      </p:pic>
      <p:pic>
        <p:nvPicPr>
          <p:cNvPr id="298" name="Wave">
            <a:extLst>
              <a:ext uri="{FF2B5EF4-FFF2-40B4-BE49-F238E27FC236}">
                <a16:creationId xmlns:a16="http://schemas.microsoft.com/office/drawing/2014/main" id="{F5809F3B-A43A-2135-D29D-541EA64CAF6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98518" y="9296400"/>
            <a:ext cx="1219200" cy="1219200"/>
          </a:xfrm>
          <a:prstGeom prst="rect">
            <a:avLst/>
          </a:prstGeom>
        </p:spPr>
      </p:pic>
      <p:pic>
        <p:nvPicPr>
          <p:cNvPr id="299" name="Star">
            <a:extLst>
              <a:ext uri="{FF2B5EF4-FFF2-40B4-BE49-F238E27FC236}">
                <a16:creationId xmlns:a16="http://schemas.microsoft.com/office/drawing/2014/main" id="{AC22A87B-F4BF-6D84-A4A5-82708B5611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17718" y="9296400"/>
            <a:ext cx="1219200" cy="1219200"/>
          </a:xfrm>
          <a:prstGeom prst="rect">
            <a:avLst/>
          </a:prstGeom>
        </p:spPr>
      </p:pic>
      <p:pic>
        <p:nvPicPr>
          <p:cNvPr id="300" name="Flower">
            <a:extLst>
              <a:ext uri="{FF2B5EF4-FFF2-40B4-BE49-F238E27FC236}">
                <a16:creationId xmlns:a16="http://schemas.microsoft.com/office/drawing/2014/main" id="{E0FF95DF-F1F2-7FCF-AA79-68560C41563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36918" y="9296400"/>
            <a:ext cx="1219200" cy="1219200"/>
          </a:xfrm>
          <a:prstGeom prst="rect">
            <a:avLst/>
          </a:prstGeom>
        </p:spPr>
      </p:pic>
      <p:pic>
        <p:nvPicPr>
          <p:cNvPr id="301" name="Spiral">
            <a:extLst>
              <a:ext uri="{FF2B5EF4-FFF2-40B4-BE49-F238E27FC236}">
                <a16:creationId xmlns:a16="http://schemas.microsoft.com/office/drawing/2014/main" id="{EB8F4F0A-FE9B-3BDC-FF3A-394A997D50A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456118" y="9296400"/>
            <a:ext cx="1219200" cy="12192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DB860FA-7EEC-0180-C84B-DB71C4BC7AB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118" y="9296400"/>
            <a:ext cx="906780" cy="4267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0ED96C6-833C-6886-7479-C8082DBEFAE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258800" y="1524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3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2778E-6 -3.7037E-6 L 0.23655 -1.11111 " pathEditMode="relative" rAng="0" ptsTypes="AA">
                                      <p:cBhvr>
                                        <p:cTn id="20" dur="1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27" y="-5555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-3.7037E-6 L 0.34072 -1.11111 " pathEditMode="relative" rAng="0" ptsTypes="AA">
                                      <p:cBhvr>
                                        <p:cTn id="22" dur="1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36" y="-5555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0556E-6 1.85185E-6 L 0.28863 -1.05556 " pathEditMode="relative" rAng="0" ptsTypes="AA">
                                      <p:cBhvr>
                                        <p:cTn id="24" dur="1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31" y="-5277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6111E-6 -3.7037E-6 L 0.15322 -1.11111 " pathEditMode="relative" rAng="0" ptsTypes="AA">
                                      <p:cBhvr>
                                        <p:cTn id="26" dur="1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61" y="-5555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0556E-6 -3.7037E-6 L 0.06988 -1.11111 " pathEditMode="relative" rAng="0" ptsTypes="AA">
                                      <p:cBhvr>
                                        <p:cTn id="28" dur="1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4" y="-555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52778E-6 -3.7037E-6 L -0.01345 -1.11111 " pathEditMode="relative" rAng="0" ptsTypes="AA">
                                      <p:cBhvr>
                                        <p:cTn id="30" dur="1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3" y="-5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8" presetClass="emph" presetSubtype="0" repeatCount="6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3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6" presetClass="emph" presetSubtype="0" repeatCount="3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500" fill="hold"/>
                                        <p:tgtEl>
                                          <p:spTgt spid="29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48" dur="1000" fill="hold"/>
                                        <p:tgtEl>
                                          <p:spTgt spid="299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6" presetClass="emp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50" dur="2000" fill="hold"/>
                                        <p:tgtEl>
                                          <p:spTgt spid="299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xit" presetSubtype="32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0" dur="2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3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3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3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xit" presetSubtype="32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4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4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3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8" presetClass="emph" presetSubtype="0" repeatCount="indefinite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Rot by="21600000">
                                      <p:cBhvr>
                                        <p:cTn id="84" dur="50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>
            <a:extLst>
              <a:ext uri="{FF2B5EF4-FFF2-40B4-BE49-F238E27FC236}">
                <a16:creationId xmlns:a16="http://schemas.microsoft.com/office/drawing/2014/main" id="{B02EED2D-8289-7C3A-9C7C-6531BC1F18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674FF29-2256-86C4-740B-9F43B73571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F5EF3F6-877C-8BFA-998F-01D8EBB63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457200"/>
            <a:ext cx="12801600" cy="13716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CD40B0A8-DD94-3626-11A2-0077197FC8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400" y="1828800"/>
            <a:ext cx="12801600" cy="54864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</p:spTree>
    <p:extLst>
      <p:ext uri="{BB962C8B-B14F-4D97-AF65-F5344CB8AC3E}">
        <p14:creationId xmlns:p14="http://schemas.microsoft.com/office/powerpoint/2010/main" val="110856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9901-ED77-9441-2FA5-F9E0D57402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2A121-5F1F-D7B9-1372-C51410FD349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2C781-74F7-5C2E-122A-321759C2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37207-26D3-A611-1709-D34C9A58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02878-0BDF-6656-B2A0-8FE59319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90C5-5F0C-4ABB-A4FB-F581D4827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03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B7A3-ED7F-9D4B-8BC8-E542C7842A7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8E485-2998-6DA5-9AD4-A7F0454DA81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ym typeface="Wingdings" panose="05000000000000000000" pitchFamily="2" charset="2"/>
              </a:defRPr>
            </a:lvl1pPr>
          </a:lstStyle>
          <a:p>
            <a:r>
              <a:rPr lang="en-US"/>
              <a:t></a:t>
            </a:r>
          </a:p>
        </p:txBody>
      </p:sp>
      <p:sp>
        <p:nvSpPr>
          <p:cNvPr id="6" name="SourceCode">
            <a:extLst>
              <a:ext uri="{FF2B5EF4-FFF2-40B4-BE49-F238E27FC236}">
                <a16:creationId xmlns:a16="http://schemas.microsoft.com/office/drawing/2014/main" id="{B5AA3A77-7724-910B-07ED-0F9F43F292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/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</p:spTree>
    <p:extLst>
      <p:ext uri="{BB962C8B-B14F-4D97-AF65-F5344CB8AC3E}">
        <p14:creationId xmlns:p14="http://schemas.microsoft.com/office/powerpoint/2010/main" val="45038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C691-90BE-1999-101A-0388E023AB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52400"/>
            <a:ext cx="14020800" cy="13716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DEA50-C671-F3A1-EA8E-03A702873F4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4AE4A-E379-2781-A4CC-7EB2B4CDE7F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3914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BFBF6-09F0-0E95-9BDE-3189BE93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AD35A-9241-52F1-79D0-C008DBCD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A7CC4-1C69-0ACB-C61D-7BD7FACB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76128-9EF5-4FCF-99EB-C99B0843B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14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CC_Indepe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8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914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BA5B79-4EE3-C2A6-7092-649DAC6A363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ED338-0E9F-FD8B-A62F-47DF340B98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70738C6-BE10-C11E-3B3A-6CE44BC2FE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C0CED9B-1E1D-AA3F-B61A-454B50438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</p:spTree>
    <p:extLst>
      <p:ext uri="{BB962C8B-B14F-4D97-AF65-F5344CB8AC3E}">
        <p14:creationId xmlns:p14="http://schemas.microsoft.com/office/powerpoint/2010/main" val="359521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4D924-981D-E7AC-41D2-3C560EAEC0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B5729-C79E-4ECF-4EDB-E85ECF5741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8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91400" y="1524000"/>
            <a:ext cx="6934200" cy="57912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CF58-9B78-38EE-A886-867FEE4851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65D0B-320F-48CD-70BB-40AE5677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46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C0D7F-5D1D-27B4-BEBC-70624C69883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74CC-4500-11D7-3896-61C5B33FCE4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Left">
            <a:extLst>
              <a:ext uri="{FF2B5EF4-FFF2-40B4-BE49-F238E27FC236}">
                <a16:creationId xmlns:a16="http://schemas.microsoft.com/office/drawing/2014/main" id="{B0C77F4A-C453-B0A9-CFE3-289D2AE23B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04800" y="1524000"/>
            <a:ext cx="6934200" cy="5791200"/>
          </a:xfrm>
        </p:spPr>
        <p:txBody>
          <a:bodyPr wrap="none" lIns="182880" rIns="182880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AE52CFF4-909A-2743-77A9-9C605E38E3A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91400" y="1524000"/>
            <a:ext cx="6934200" cy="57912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EACD3-2AC3-A2EC-17E5-C382AC32C6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D0C7C2A-5ABC-F390-789C-3C7429D41A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</a:t>
            </a:r>
          </a:p>
        </p:txBody>
      </p:sp>
    </p:spTree>
    <p:extLst>
      <p:ext uri="{BB962C8B-B14F-4D97-AF65-F5344CB8AC3E}">
        <p14:creationId xmlns:p14="http://schemas.microsoft.com/office/powerpoint/2010/main" val="3145180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3EDB-0326-A42D-C9D2-A446336ED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52400"/>
            <a:ext cx="14020800" cy="13716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A6B6A-C59C-B48B-CC43-3D72BFB1066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6934200" cy="57912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7B8AB-2447-FE4A-9F88-9A80574D4EB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391400" y="1524000"/>
            <a:ext cx="6934200" cy="57912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indent="0"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E8D36-B1C6-D382-112E-253ECF0F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FBE69-FDC9-811C-B9A9-BC0C7116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0F3A9-9D39-1193-F904-0FD87B2C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2477-13FF-462A-93C3-C8C1C1362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8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SS_Indepe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A94C-44C9-BC05-3EB7-BC410E4BD88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4CDE1-DBB1-0F60-F97A-43BBE38917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Left">
            <a:extLst>
              <a:ext uri="{FF2B5EF4-FFF2-40B4-BE49-F238E27FC236}">
                <a16:creationId xmlns:a16="http://schemas.microsoft.com/office/drawing/2014/main" id="{69BDA572-EE16-6D9F-93D1-C125777B2E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1524000"/>
            <a:ext cx="6934200" cy="579120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15" name="Right">
            <a:extLst>
              <a:ext uri="{FF2B5EF4-FFF2-40B4-BE49-F238E27FC236}">
                <a16:creationId xmlns:a16="http://schemas.microsoft.com/office/drawing/2014/main" id="{D4B15B81-1AEC-61F1-2FF4-EF9A72850A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91400" y="1524000"/>
            <a:ext cx="6934200" cy="579120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C34CF-8C08-5B0E-DE0A-E6102005E8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1B467D-E305-1AF0-5815-DE37A92DF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</a:t>
            </a:r>
          </a:p>
        </p:txBody>
      </p:sp>
    </p:spTree>
    <p:extLst>
      <p:ext uri="{BB962C8B-B14F-4D97-AF65-F5344CB8AC3E}">
        <p14:creationId xmlns:p14="http://schemas.microsoft.com/office/powerpoint/2010/main" val="346532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EE961-33F1-57E9-E15F-865F634E01E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BC164-9D35-CEA5-C912-B2680AE843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 2" panose="05020102010507070707" pitchFamily="18" charset="2"/>
              </a:defRPr>
            </a:lvl1pPr>
          </a:lstStyle>
          <a:p>
            <a:r>
              <a:rPr lang="en-US"/>
              <a:t></a:t>
            </a:r>
          </a:p>
        </p:txBody>
      </p:sp>
    </p:spTree>
    <p:extLst>
      <p:ext uri="{BB962C8B-B14F-4D97-AF65-F5344CB8AC3E}">
        <p14:creationId xmlns:p14="http://schemas.microsoft.com/office/powerpoint/2010/main" val="1165161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</a:t>
            </a:r>
          </a:p>
        </p:txBody>
      </p:sp>
      <p:sp>
        <p:nvSpPr>
          <p:cNvPr id="3" name="LeftCaption"/>
          <p:cNvSpPr>
            <a:spLocks noGrp="1"/>
          </p:cNvSpPr>
          <p:nvPr>
            <p:ph type="body" idx="1" hasCustomPrompt="1"/>
          </p:nvPr>
        </p:nvSpPr>
        <p:spPr>
          <a:xfrm>
            <a:off x="304800" y="1554480"/>
            <a:ext cx="7010478" cy="579120"/>
          </a:xfrm>
        </p:spPr>
        <p:txBody>
          <a:bodyPr bIns="73152" anchor="b"/>
          <a:lstStyle>
            <a:lvl1pPr marL="0" indent="0">
              <a:buNone/>
              <a:defRPr sz="3800" b="1">
                <a:sym typeface="Wingdings" panose="05000000000000000000" pitchFamily="2" charset="2"/>
              </a:defRPr>
            </a:lvl1pPr>
            <a:lvl2pPr marL="731514" indent="0">
              <a:buNone/>
              <a:defRPr sz="3200" b="1"/>
            </a:lvl2pPr>
            <a:lvl3pPr marL="1463026" indent="0">
              <a:buNone/>
              <a:defRPr sz="2899" b="1"/>
            </a:lvl3pPr>
            <a:lvl4pPr marL="2194539" indent="0">
              <a:buNone/>
              <a:defRPr sz="2600" b="1"/>
            </a:lvl4pPr>
            <a:lvl5pPr marL="2926050" indent="0">
              <a:buNone/>
              <a:defRPr sz="2600" b="1"/>
            </a:lvl5pPr>
            <a:lvl6pPr marL="3657563" indent="0">
              <a:buNone/>
              <a:defRPr sz="2600" b="1"/>
            </a:lvl6pPr>
            <a:lvl7pPr marL="4389075" indent="0">
              <a:buNone/>
              <a:defRPr sz="2600" b="1"/>
            </a:lvl7pPr>
            <a:lvl8pPr marL="5120589" indent="0">
              <a:buNone/>
              <a:defRPr sz="2600" b="1"/>
            </a:lvl8pPr>
            <a:lvl9pPr marL="5852101" indent="0">
              <a:buNone/>
              <a:defRPr sz="2600" b="1"/>
            </a:lvl9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4" name="Left"/>
          <p:cNvSpPr>
            <a:spLocks noGrp="1"/>
          </p:cNvSpPr>
          <p:nvPr>
            <p:ph sz="half" idx="2" hasCustomPrompt="1"/>
          </p:nvPr>
        </p:nvSpPr>
        <p:spPr>
          <a:xfrm>
            <a:off x="304800" y="2133600"/>
            <a:ext cx="7010400" cy="5181600"/>
          </a:xfrm>
        </p:spPr>
        <p:txBody>
          <a:bodyPr/>
          <a:lstStyle>
            <a:lvl1pPr>
              <a:defRPr sz="3800">
                <a:sym typeface="Wingdings" panose="05000000000000000000" pitchFamily="2" charset="2"/>
              </a:defRPr>
            </a:lvl1pPr>
            <a:lvl2pPr>
              <a:defRPr sz="3200"/>
            </a:lvl2pPr>
            <a:lvl3pPr>
              <a:defRPr sz="289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</a:t>
            </a:r>
          </a:p>
        </p:txBody>
      </p:sp>
      <p:sp>
        <p:nvSpPr>
          <p:cNvPr id="5" name="RightCaption"/>
          <p:cNvSpPr>
            <a:spLocks noGrp="1"/>
          </p:cNvSpPr>
          <p:nvPr>
            <p:ph type="body" sz="quarter" idx="3" hasCustomPrompt="1"/>
          </p:nvPr>
        </p:nvSpPr>
        <p:spPr>
          <a:xfrm>
            <a:off x="7315200" y="1554480"/>
            <a:ext cx="7010400" cy="579120"/>
          </a:xfrm>
        </p:spPr>
        <p:txBody>
          <a:bodyPr bIns="73152" anchor="b"/>
          <a:lstStyle>
            <a:lvl1pPr marL="0" indent="0">
              <a:buNone/>
              <a:defRPr sz="3800" b="1">
                <a:sym typeface="Wingdings" panose="05000000000000000000" pitchFamily="2" charset="2"/>
              </a:defRPr>
            </a:lvl1pPr>
            <a:lvl2pPr marL="731514" indent="0">
              <a:buNone/>
              <a:defRPr sz="3200" b="1"/>
            </a:lvl2pPr>
            <a:lvl3pPr marL="1463026" indent="0">
              <a:buNone/>
              <a:defRPr sz="2899" b="1"/>
            </a:lvl3pPr>
            <a:lvl4pPr marL="2194539" indent="0">
              <a:buNone/>
              <a:defRPr sz="2600" b="1"/>
            </a:lvl4pPr>
            <a:lvl5pPr marL="2926050" indent="0">
              <a:buNone/>
              <a:defRPr sz="2600" b="1"/>
            </a:lvl5pPr>
            <a:lvl6pPr marL="3657563" indent="0">
              <a:buNone/>
              <a:defRPr sz="2600" b="1"/>
            </a:lvl6pPr>
            <a:lvl7pPr marL="4389075" indent="0">
              <a:buNone/>
              <a:defRPr sz="2600" b="1"/>
            </a:lvl7pPr>
            <a:lvl8pPr marL="5120589" indent="0">
              <a:buNone/>
              <a:defRPr sz="2600" b="1"/>
            </a:lvl8pPr>
            <a:lvl9pPr marL="5852101" indent="0">
              <a:buNone/>
              <a:defRPr sz="2600" b="1"/>
            </a:lvl9pPr>
          </a:lstStyle>
          <a:p>
            <a:pPr lvl="0"/>
            <a:r>
              <a:rPr lang="en-US"/>
              <a:t></a:t>
            </a:r>
          </a:p>
        </p:txBody>
      </p:sp>
      <p:sp>
        <p:nvSpPr>
          <p:cNvPr id="6" name="Right"/>
          <p:cNvSpPr>
            <a:spLocks noGrp="1"/>
          </p:cNvSpPr>
          <p:nvPr>
            <p:ph sz="quarter" idx="4" hasCustomPrompt="1"/>
          </p:nvPr>
        </p:nvSpPr>
        <p:spPr>
          <a:xfrm>
            <a:off x="7315200" y="2133600"/>
            <a:ext cx="7010400" cy="5181599"/>
          </a:xfrm>
        </p:spPr>
        <p:txBody>
          <a:bodyPr/>
          <a:lstStyle>
            <a:lvl1pPr>
              <a:defRPr sz="3800">
                <a:sym typeface="Wingdings" panose="05000000000000000000" pitchFamily="2" charset="2"/>
              </a:defRPr>
            </a:lvl1pPr>
            <a:lvl2pPr>
              <a:defRPr sz="3200"/>
            </a:lvl2pPr>
            <a:lvl3pPr>
              <a:defRPr sz="289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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8B4E39E-33AE-CE97-F98D-3E31F181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2D0EB77-130D-FCC2-35B9-F4C63F7E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A2198-A082-82E1-C9FA-54BA890E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70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/>
          <p:cNvSpPr>
            <a:spLocks noGrp="1"/>
          </p:cNvSpPr>
          <p:nvPr>
            <p:ph idx="1" hasCustomPrompt="1"/>
          </p:nvPr>
        </p:nvSpPr>
        <p:spPr>
          <a:xfrm>
            <a:off x="304800" y="152400"/>
            <a:ext cx="14020800" cy="71628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  <a:lvl5pPr>
              <a:defRPr/>
            </a:lvl5pPr>
            <a:lvl6pPr>
              <a:defRPr/>
            </a:lvl6pPr>
          </a:lstStyle>
          <a:p>
            <a:pPr lvl="0"/>
            <a:r>
              <a:rPr lang="en-US">
                <a:sym typeface="Wingdings" panose="05000000000000000000" pitchFamily="2" charset="2"/>
              </a:rPr>
              <a:t>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C6980-C5CD-866B-EE6F-7A50609D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950324-3410-363E-B9FD-E8BB2406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382600-D337-BB11-FD16-9F5BC72E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92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rceCode">
            <a:extLst>
              <a:ext uri="{FF2B5EF4-FFF2-40B4-BE49-F238E27FC236}">
                <a16:creationId xmlns:a16="http://schemas.microsoft.com/office/drawing/2014/main" id="{9437DB8B-BE66-0DD2-E7DE-9800598D4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152400"/>
            <a:ext cx="14020800" cy="701040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796F9C-7FC4-5BC6-60B4-1AA23AE517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A7E10B-0E91-43B8-2776-C240CB9E83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0712D8-DDA1-268E-0989-46B8866C9C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51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"/>
            <a:ext cx="6934200" cy="71628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391400" y="152400"/>
            <a:ext cx="6934200" cy="71628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5B2B3-B734-4825-D7BA-D157B6C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E51B9-A7C2-4FD3-3DC3-A79E5978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29366-620C-AA76-66C7-49C942C9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91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_Independ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"/>
            <a:ext cx="6934200" cy="7162800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391400" y="152444"/>
            <a:ext cx="6934200" cy="7162756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22F958-BA8F-86D7-1D63-0FA5F51C04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D3F53-A880-653C-6725-65DC2CFDDC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F33C5-B784-6A66-7317-6E195ED014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8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eft">
            <a:extLst>
              <a:ext uri="{FF2B5EF4-FFF2-40B4-BE49-F238E27FC236}">
                <a16:creationId xmlns:a16="http://schemas.microsoft.com/office/drawing/2014/main" id="{946DE925-7931-F44E-3011-26EFC9EA052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934200" cy="716280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9" name="Right">
            <a:extLst>
              <a:ext uri="{FF2B5EF4-FFF2-40B4-BE49-F238E27FC236}">
                <a16:creationId xmlns:a16="http://schemas.microsoft.com/office/drawing/2014/main" id="{6546F2A1-8537-64CF-6235-B1D981B934D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391400" y="152400"/>
            <a:ext cx="6934200" cy="71628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76810-AE0B-9642-2396-9ADB5FF10F5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9A7A2-F29B-EDB9-6F08-5DF8B6921D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F8744E-BBAF-8370-744B-823D94F2FFC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788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"/>
            <a:ext cx="6934200" cy="71628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buFont typeface="Arial" panose="020B0604020202020204" pitchFamily="34" charset="0"/>
              <a:buNone/>
              <a:defRPr/>
            </a:lvl2pPr>
            <a:lvl3pPr marL="987552" indent="0">
              <a:buFont typeface="Arial" panose="020B0604020202020204" pitchFamily="34" charset="0"/>
              <a:buNone/>
              <a:defRPr/>
            </a:lvl3pPr>
            <a:lvl4pPr marL="1481328" indent="0">
              <a:buFont typeface="Arial" panose="020B0604020202020204" pitchFamily="34" charset="0"/>
              <a:buNone/>
              <a:defRPr/>
            </a:lvl4pPr>
            <a:lvl5pPr marL="1975104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391400" y="152444"/>
            <a:ext cx="6934200" cy="7162756"/>
          </a:xfrm>
        </p:spPr>
        <p:txBody>
          <a:bodyPr wrap="square"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pPr lvl="0"/>
            <a:r>
              <a:rPr lang="en-US"/>
              <a:t>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D8D8A-4C5A-57C6-C298-5ED6FC6DE8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C3836-EFDB-1ED7-C11E-37E902FDE0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B265B-17B5-DE6B-0230-77B3DFCD55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68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S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6FC0B18-E270-FD20-059E-5E7B81597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>
                <a:sym typeface="Wingdings" panose="05000000000000000000" pitchFamily="2" charset="2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"/>
            <a:ext cx="6934200" cy="716280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4" name="Right">
            <a:extLst>
              <a:ext uri="{FF2B5EF4-FFF2-40B4-BE49-F238E27FC236}">
                <a16:creationId xmlns:a16="http://schemas.microsoft.com/office/drawing/2014/main" id="{BD21A854-FDF6-69A6-15B5-43CDA6B194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391400" y="152400"/>
            <a:ext cx="6934200" cy="7162800"/>
          </a:xfrm>
        </p:spPr>
        <p:txBody>
          <a:bodyPr wrap="none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>
                <a:latin typeface="LMHMono" panose="02000009000000000000" pitchFamily="49" charset="0"/>
                <a:ea typeface="LMHMono" panose="02000009000000000000" pitchFamily="49" charset="0"/>
              </a:defRPr>
            </a:lvl1pPr>
            <a:lvl2pPr marL="493776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2pPr>
            <a:lvl3pPr marL="987552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3pPr>
            <a:lvl4pPr marL="148132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4pPr>
            <a:lvl5pPr marL="1975104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400">
                <a:latin typeface="LMHMono" panose="02000009000000000000" pitchFamily="49" charset="0"/>
                <a:ea typeface="LMHMono" panose="02000009000000000000" pitchFamily="49" charset="0"/>
              </a:defRPr>
            </a:lvl5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09817-2F02-5CED-F031-6082CB95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164-EEEA-4107-6261-30719440A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8DCAA-4C5C-727C-AD38-BD93F862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31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S_Independen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ft">
            <a:extLst>
              <a:ext uri="{FF2B5EF4-FFF2-40B4-BE49-F238E27FC236}">
                <a16:creationId xmlns:a16="http://schemas.microsoft.com/office/drawing/2014/main" id="{318D4F76-B4F6-633A-0F94-3572F78C6F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04800" y="152400"/>
            <a:ext cx="6934200" cy="7162800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123FF0F5-665D-0D25-798C-2E1F0D7EAA44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391400" y="152444"/>
            <a:ext cx="6934200" cy="7162756"/>
          </a:xfrm>
        </p:spPr>
        <p:txBody>
          <a:bodyPr wrap="none"/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pPr lvl="0"/>
            <a:r>
              <a:rPr lang="en-US"/>
              <a:t>💻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73C31-D08C-2316-6167-CE2AA385AD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81BE-328B-EAB3-8DC9-CC2DB66C3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21203-B503-E870-D0E1-1121B315CC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92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7BFAB-F663-9B59-ED23-8BC1297CB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0ADB7-563F-AC09-5203-CD22128623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9F5C9-D98E-DFC5-30C7-9270D5AF6D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45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[Complete]">
    <p:bg>
      <p:bgPr>
        <a:solidFill>
          <a:srgbClr val="D4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5716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Layou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091E1AB1-3F1E-D784-9975-A0688ACAA55F}"/>
              </a:ext>
            </a:extLst>
          </p:cNvPr>
          <p:cNvSpPr/>
          <p:nvPr userDrawn="1"/>
        </p:nvSpPr>
        <p:spPr>
          <a:xfrm>
            <a:off x="182880" y="274320"/>
            <a:ext cx="3108960" cy="2926080"/>
          </a:xfrm>
          <a:prstGeom prst="round2DiagRect">
            <a:avLst/>
          </a:prstGeom>
          <a:solidFill>
            <a:schemeClr val="bg2">
              <a:alpha val="25000"/>
            </a:schemeClr>
          </a:solidFill>
          <a:ln w="7620" cap="flat">
            <a:noFill/>
            <a:prstDash val="solid"/>
            <a:miter/>
          </a:ln>
        </p:spPr>
        <p:txBody>
          <a:bodyPr lIns="91440" tIns="91440" rIns="91440" bIns="91440" rtlCol="0" anchor="ctr"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sz="3200"/>
              <a:t>8 màu cánh hoa này tạo thành từ 3 bit RGB, hai cánh liên tiếp khác nhau đúng 1 bit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E7F1AAB1-6C37-D935-CC9C-5428478B0137}"/>
              </a:ext>
            </a:extLst>
          </p:cNvPr>
          <p:cNvSpPr/>
          <p:nvPr userDrawn="1"/>
        </p:nvSpPr>
        <p:spPr>
          <a:xfrm>
            <a:off x="11338560" y="4846320"/>
            <a:ext cx="3108960" cy="2377440"/>
          </a:xfrm>
          <a:prstGeom prst="round2DiagRect">
            <a:avLst/>
          </a:prstGeom>
          <a:solidFill>
            <a:schemeClr val="bg2">
              <a:alpha val="25000"/>
            </a:schemeClr>
          </a:solidFill>
          <a:ln w="7620" cap="flat">
            <a:noFill/>
            <a:prstDash val="solid"/>
            <a:miter/>
          </a:ln>
        </p:spPr>
        <p:txBody>
          <a:bodyPr lIns="91440" tIns="91440" rIns="91440" bIns="91440" rtlCol="0" anchor="ctr">
            <a:normAutofit fontScale="77500" lnSpcReduction="20000"/>
          </a:bodyPr>
          <a:lstStyle/>
          <a:p>
            <a:pPr lvl="0">
              <a:lnSpc>
                <a:spcPct val="150000"/>
              </a:lnSpc>
            </a:pPr>
            <a:r>
              <a:rPr lang="en-US" sz="2400"/>
              <a:t>Nếu thấy hai cánh hoa nào đó trùng màu: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dây tín hiệu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máy chiếu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Kiểm tra mắt (ASAP)</a:t>
            </a:r>
          </a:p>
        </p:txBody>
      </p:sp>
      <p:pic>
        <p:nvPicPr>
          <p:cNvPr id="59" name="EvenHorizon">
            <a:extLst>
              <a:ext uri="{FF2B5EF4-FFF2-40B4-BE49-F238E27FC236}">
                <a16:creationId xmlns:a16="http://schemas.microsoft.com/office/drawing/2014/main" id="{EBE3BDB2-3DDA-702E-9F73-F021637646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4800" y="914400"/>
            <a:ext cx="6400800" cy="6400800"/>
          </a:xfrm>
          <a:prstGeom prst="rect">
            <a:avLst/>
          </a:prstGeom>
        </p:spPr>
      </p:pic>
      <p:pic>
        <p:nvPicPr>
          <p:cNvPr id="281" name="SmallStar">
            <a:extLst>
              <a:ext uri="{FF2B5EF4-FFF2-40B4-BE49-F238E27FC236}">
                <a16:creationId xmlns:a16="http://schemas.microsoft.com/office/drawing/2014/main" id="{03CAEECF-E9F1-3134-C78B-308A204E419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0400" y="3810000"/>
            <a:ext cx="609600" cy="609600"/>
          </a:xfrm>
          <a:prstGeom prst="rect">
            <a:avLst/>
          </a:prstGeom>
        </p:spPr>
      </p:pic>
      <p:pic>
        <p:nvPicPr>
          <p:cNvPr id="60" name="Wave">
            <a:extLst>
              <a:ext uri="{FF2B5EF4-FFF2-40B4-BE49-F238E27FC236}">
                <a16:creationId xmlns:a16="http://schemas.microsoft.com/office/drawing/2014/main" id="{23B7C8A0-F99F-5899-AA5F-ED3CD540081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4800" y="914400"/>
            <a:ext cx="6400800" cy="6400800"/>
          </a:xfrm>
          <a:prstGeom prst="rect">
            <a:avLst/>
          </a:prstGeom>
        </p:spPr>
      </p:pic>
      <p:pic>
        <p:nvPicPr>
          <p:cNvPr id="61" name="Star">
            <a:extLst>
              <a:ext uri="{FF2B5EF4-FFF2-40B4-BE49-F238E27FC236}">
                <a16:creationId xmlns:a16="http://schemas.microsoft.com/office/drawing/2014/main" id="{3B2D32E0-117D-701F-D5E0-6150C301820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14800" y="914400"/>
            <a:ext cx="6400800" cy="6400800"/>
          </a:xfrm>
          <a:prstGeom prst="rect">
            <a:avLst/>
          </a:prstGeom>
        </p:spPr>
      </p:pic>
      <p:pic>
        <p:nvPicPr>
          <p:cNvPr id="62" name="Flower">
            <a:extLst>
              <a:ext uri="{FF2B5EF4-FFF2-40B4-BE49-F238E27FC236}">
                <a16:creationId xmlns:a16="http://schemas.microsoft.com/office/drawing/2014/main" id="{05AE3812-3E9A-31A6-E46E-AE58382FD1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14800" y="914400"/>
            <a:ext cx="6400800" cy="6400800"/>
          </a:xfrm>
          <a:prstGeom prst="rect">
            <a:avLst/>
          </a:prstGeom>
        </p:spPr>
      </p:pic>
      <p:pic>
        <p:nvPicPr>
          <p:cNvPr id="63" name="Spiral">
            <a:extLst>
              <a:ext uri="{FF2B5EF4-FFF2-40B4-BE49-F238E27FC236}">
                <a16:creationId xmlns:a16="http://schemas.microsoft.com/office/drawing/2014/main" id="{1B4E6F39-2972-9987-567A-A99D85DF4E9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14800" y="914400"/>
            <a:ext cx="6400800" cy="64008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D266A94-E4F5-0C08-2D06-2E4F3AB4ECE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14800" y="914400"/>
            <a:ext cx="6400800" cy="6400800"/>
            <a:chOff x="3474720" y="457200"/>
            <a:chExt cx="7315200" cy="73152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27714-39AB-5828-01AD-34B297C4070C}"/>
                </a:ext>
              </a:extLst>
            </p:cNvPr>
            <p:cNvSpPr/>
            <p:nvPr/>
          </p:nvSpPr>
          <p:spPr>
            <a:xfrm>
              <a:off x="9326880" y="338328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38" y="1463040"/>
                    <a:pt x="731520" y="1463040"/>
                  </a:cubicBezTo>
                  <a:cubicBezTo>
                    <a:pt x="327502" y="1463040"/>
                    <a:pt x="0" y="1135538"/>
                    <a:pt x="0" y="731520"/>
                  </a:cubicBezTo>
                  <a:cubicBezTo>
                    <a:pt x="0" y="327513"/>
                    <a:pt x="327502" y="0"/>
                    <a:pt x="731520" y="0"/>
                  </a:cubicBezTo>
                  <a:cubicBezTo>
                    <a:pt x="113553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FF00FF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010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39FCF7-CCB8-B8B8-58CB-AE7BEEB327AA}"/>
                </a:ext>
              </a:extLst>
            </p:cNvPr>
            <p:cNvSpPr/>
            <p:nvPr/>
          </p:nvSpPr>
          <p:spPr>
            <a:xfrm>
              <a:off x="8469867" y="5452347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02"/>
                    <a:pt x="1135502" y="1463040"/>
                    <a:pt x="731520" y="1463040"/>
                  </a:cubicBezTo>
                  <a:cubicBezTo>
                    <a:pt x="327502" y="1463040"/>
                    <a:pt x="0" y="1135502"/>
                    <a:pt x="0" y="731520"/>
                  </a:cubicBezTo>
                  <a:cubicBezTo>
                    <a:pt x="0" y="327502"/>
                    <a:pt x="327502" y="0"/>
                    <a:pt x="731520" y="0"/>
                  </a:cubicBezTo>
                  <a:cubicBezTo>
                    <a:pt x="1135502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FF0000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011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DC857D-F8E4-B374-2432-9B9ED5DBADE0}"/>
                </a:ext>
              </a:extLst>
            </p:cNvPr>
            <p:cNvSpPr/>
            <p:nvPr/>
          </p:nvSpPr>
          <p:spPr>
            <a:xfrm>
              <a:off x="6400800" y="630936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38" y="1463040"/>
                    <a:pt x="731520" y="1463040"/>
                  </a:cubicBezTo>
                  <a:cubicBezTo>
                    <a:pt x="327513" y="1463040"/>
                    <a:pt x="0" y="1135538"/>
                    <a:pt x="0" y="731520"/>
                  </a:cubicBezTo>
                  <a:cubicBezTo>
                    <a:pt x="0" y="327502"/>
                    <a:pt x="327513" y="0"/>
                    <a:pt x="731520" y="0"/>
                  </a:cubicBezTo>
                  <a:cubicBezTo>
                    <a:pt x="1135538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FFFF00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001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D936E8-DF1E-54EA-41C7-821EB431FD4B}"/>
                </a:ext>
              </a:extLst>
            </p:cNvPr>
            <p:cNvSpPr/>
            <p:nvPr/>
          </p:nvSpPr>
          <p:spPr>
            <a:xfrm>
              <a:off x="4331750" y="5452347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02"/>
                    <a:pt x="1135527" y="1463040"/>
                    <a:pt x="731520" y="1463040"/>
                  </a:cubicBezTo>
                  <a:cubicBezTo>
                    <a:pt x="327512" y="1463040"/>
                    <a:pt x="0" y="1135502"/>
                    <a:pt x="0" y="731520"/>
                  </a:cubicBezTo>
                  <a:cubicBezTo>
                    <a:pt x="0" y="327502"/>
                    <a:pt x="327512" y="0"/>
                    <a:pt x="731520" y="0"/>
                  </a:cubicBezTo>
                  <a:cubicBezTo>
                    <a:pt x="1135527" y="0"/>
                    <a:pt x="1463040" y="32750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FFFFFF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000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2DAE60-1B25-C8B5-7D40-081E47C3A890}"/>
                </a:ext>
              </a:extLst>
            </p:cNvPr>
            <p:cNvSpPr/>
            <p:nvPr/>
          </p:nvSpPr>
          <p:spPr>
            <a:xfrm>
              <a:off x="3474720" y="338328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38"/>
                    <a:pt x="1135528" y="1463040"/>
                    <a:pt x="731520" y="1463040"/>
                  </a:cubicBezTo>
                  <a:cubicBezTo>
                    <a:pt x="327513" y="1463040"/>
                    <a:pt x="0" y="1135538"/>
                    <a:pt x="0" y="731520"/>
                  </a:cubicBezTo>
                  <a:cubicBezTo>
                    <a:pt x="0" y="327513"/>
                    <a:pt x="327513" y="0"/>
                    <a:pt x="731520" y="0"/>
                  </a:cubicBezTo>
                  <a:cubicBezTo>
                    <a:pt x="113552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00FFFF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100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29B057-EB7D-608B-CBBB-1CC5AED1620C}"/>
                </a:ext>
              </a:extLst>
            </p:cNvPr>
            <p:cNvSpPr/>
            <p:nvPr/>
          </p:nvSpPr>
          <p:spPr>
            <a:xfrm>
              <a:off x="4331750" y="131423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7"/>
                    <a:pt x="1135527" y="1463040"/>
                    <a:pt x="731520" y="1463040"/>
                  </a:cubicBezTo>
                  <a:cubicBezTo>
                    <a:pt x="327512" y="1463040"/>
                    <a:pt x="0" y="1135527"/>
                    <a:pt x="0" y="731520"/>
                  </a:cubicBezTo>
                  <a:cubicBezTo>
                    <a:pt x="0" y="327512"/>
                    <a:pt x="327512" y="0"/>
                    <a:pt x="731520" y="0"/>
                  </a:cubicBezTo>
                  <a:cubicBezTo>
                    <a:pt x="1135527" y="0"/>
                    <a:pt x="1463040" y="32751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00FF00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101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D973B59-E324-7342-37F5-31F3A75F7BDE}"/>
                </a:ext>
              </a:extLst>
            </p:cNvPr>
            <p:cNvSpPr/>
            <p:nvPr/>
          </p:nvSpPr>
          <p:spPr>
            <a:xfrm>
              <a:off x="6400800" y="45720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8"/>
                    <a:pt x="1135538" y="1463040"/>
                    <a:pt x="731520" y="1463040"/>
                  </a:cubicBezTo>
                  <a:cubicBezTo>
                    <a:pt x="327513" y="1463040"/>
                    <a:pt x="0" y="1135528"/>
                    <a:pt x="0" y="731520"/>
                  </a:cubicBezTo>
                  <a:cubicBezTo>
                    <a:pt x="0" y="327513"/>
                    <a:pt x="327513" y="0"/>
                    <a:pt x="731520" y="0"/>
                  </a:cubicBezTo>
                  <a:cubicBezTo>
                    <a:pt x="1135538" y="0"/>
                    <a:pt x="1463040" y="327513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latin typeface="LMHMono" panose="02000009000000000000" pitchFamily="49" charset="0"/>
                  <a:ea typeface="LMHMono" panose="02000009000000000000" pitchFamily="49" charset="0"/>
                </a:rPr>
                <a:t>111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F910E8-0564-BF10-E321-6A9DF04D0062}"/>
                </a:ext>
              </a:extLst>
            </p:cNvPr>
            <p:cNvSpPr/>
            <p:nvPr/>
          </p:nvSpPr>
          <p:spPr>
            <a:xfrm>
              <a:off x="8469867" y="1314230"/>
              <a:ext cx="1463040" cy="1463040"/>
            </a:xfrm>
            <a:custGeom>
              <a:avLst/>
              <a:gdLst>
                <a:gd name="connsiteX0" fmla="*/ 1463040 w 1463040"/>
                <a:gd name="connsiteY0" fmla="*/ 731520 h 1463040"/>
                <a:gd name="connsiteX1" fmla="*/ 731520 w 1463040"/>
                <a:gd name="connsiteY1" fmla="*/ 1463040 h 1463040"/>
                <a:gd name="connsiteX2" fmla="*/ 0 w 1463040"/>
                <a:gd name="connsiteY2" fmla="*/ 731520 h 1463040"/>
                <a:gd name="connsiteX3" fmla="*/ 731520 w 1463040"/>
                <a:gd name="connsiteY3" fmla="*/ 0 h 1463040"/>
                <a:gd name="connsiteX4" fmla="*/ 1463040 w 1463040"/>
                <a:gd name="connsiteY4" fmla="*/ 731520 h 1463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040" h="1463040">
                  <a:moveTo>
                    <a:pt x="1463040" y="731520"/>
                  </a:moveTo>
                  <a:cubicBezTo>
                    <a:pt x="1463040" y="1135527"/>
                    <a:pt x="1135502" y="1463040"/>
                    <a:pt x="731520" y="1463040"/>
                  </a:cubicBezTo>
                  <a:cubicBezTo>
                    <a:pt x="327502" y="1463040"/>
                    <a:pt x="0" y="1135527"/>
                    <a:pt x="0" y="731520"/>
                  </a:cubicBezTo>
                  <a:cubicBezTo>
                    <a:pt x="0" y="327512"/>
                    <a:pt x="327502" y="0"/>
                    <a:pt x="731520" y="0"/>
                  </a:cubicBezTo>
                  <a:cubicBezTo>
                    <a:pt x="1135502" y="0"/>
                    <a:pt x="1463040" y="327512"/>
                    <a:pt x="1463040" y="731520"/>
                  </a:cubicBezTo>
                  <a:close/>
                </a:path>
              </a:pathLst>
            </a:custGeom>
            <a:noFill/>
            <a:ln w="3658" cap="flat">
              <a:noFill/>
              <a:prstDash val="solid"/>
              <a:miter/>
            </a:ln>
          </p:spPr>
          <p:txBody>
            <a:bodyPr wrap="none" rtlCol="0" anchor="ctr"/>
            <a:lstStyle/>
            <a:p>
              <a:pPr algn="ctr"/>
              <a:r>
                <a:rPr lang="en-US" sz="3000">
                  <a:solidFill>
                    <a:srgbClr val="0000FF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110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88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6" presetClass="emph" presetSubtype="0" repeatCount="3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500" fill="hold"/>
                                        <p:tgtEl>
                                          <p:spTgt spid="28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61"/>
                                        </p:tgtEl>
                                      </p:cBhvr>
                                      <p:by x="0" y="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xit" presetSubtype="32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3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xit" presetSubtype="32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4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4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mph" presetSubtype="0" repeatCount="indefinite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Rot by="21600000">
                                      <p:cBhvr>
                                        <p:cTn id="51" dur="5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8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">
    <p:bg>
      <p:bgPr>
        <a:solidFill>
          <a:srgbClr val="D4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98EB70A6-0691-2064-3A5F-8894A7243C67}"/>
              </a:ext>
            </a:extLst>
          </p:cNvPr>
          <p:cNvSpPr/>
          <p:nvPr/>
        </p:nvSpPr>
        <p:spPr>
          <a:xfrm>
            <a:off x="8229600" y="457200"/>
            <a:ext cx="914400" cy="914400"/>
          </a:xfrm>
          <a:custGeom>
            <a:avLst/>
            <a:gdLst>
              <a:gd name="connsiteX0" fmla="*/ 8229600 w 8229600"/>
              <a:gd name="connsiteY0" fmla="*/ 4114800 h 8229600"/>
              <a:gd name="connsiteX1" fmla="*/ 4114800 w 8229600"/>
              <a:gd name="connsiteY1" fmla="*/ 8229600 h 8229600"/>
              <a:gd name="connsiteX2" fmla="*/ 0 w 8229600"/>
              <a:gd name="connsiteY2" fmla="*/ 4114800 h 8229600"/>
              <a:gd name="connsiteX3" fmla="*/ 4114800 w 8229600"/>
              <a:gd name="connsiteY3" fmla="*/ 0 h 8229600"/>
              <a:gd name="connsiteX4" fmla="*/ 8229600 w 8229600"/>
              <a:gd name="connsiteY4" fmla="*/ 4114800 h 82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29600" h="8229600">
                <a:moveTo>
                  <a:pt x="8229600" y="4114800"/>
                </a:moveTo>
                <a:cubicBezTo>
                  <a:pt x="8229600" y="7131450"/>
                  <a:pt x="7131450" y="8229600"/>
                  <a:pt x="4114800" y="8229600"/>
                </a:cubicBezTo>
                <a:cubicBezTo>
                  <a:pt x="1098150" y="8229600"/>
                  <a:pt x="0" y="7131450"/>
                  <a:pt x="0" y="4114800"/>
                </a:cubicBezTo>
                <a:cubicBezTo>
                  <a:pt x="0" y="1098150"/>
                  <a:pt x="1098150" y="0"/>
                  <a:pt x="4114800" y="0"/>
                </a:cubicBezTo>
                <a:cubicBezTo>
                  <a:pt x="7131450" y="0"/>
                  <a:pt x="8229600" y="1098150"/>
                  <a:pt x="8229600" y="4114800"/>
                </a:cubicBezTo>
                <a:close/>
              </a:path>
            </a:pathLst>
          </a:cu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lvl="0" algn="ctr"/>
            <a:endParaRPr lang="en-US" sz="2800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608D885-F8A2-D314-EBAA-5597583686EB}"/>
              </a:ext>
            </a:extLst>
          </p:cNvPr>
          <p:cNvSpPr/>
          <p:nvPr/>
        </p:nvSpPr>
        <p:spPr>
          <a:xfrm>
            <a:off x="7315200" y="457200"/>
            <a:ext cx="914400" cy="914400"/>
          </a:xfrm>
          <a:custGeom>
            <a:avLst/>
            <a:gdLst>
              <a:gd name="connsiteX0" fmla="*/ 1828800 w 1828800"/>
              <a:gd name="connsiteY0" fmla="*/ 914400 h 1828800"/>
              <a:gd name="connsiteX1" fmla="*/ 914400 w 1828800"/>
              <a:gd name="connsiteY1" fmla="*/ 1828800 h 1828800"/>
              <a:gd name="connsiteX2" fmla="*/ 0 w 1828800"/>
              <a:gd name="connsiteY2" fmla="*/ 914400 h 1828800"/>
              <a:gd name="connsiteX3" fmla="*/ 914400 w 1828800"/>
              <a:gd name="connsiteY3" fmla="*/ 0 h 1828800"/>
              <a:gd name="connsiteX4" fmla="*/ 1828800 w 1828800"/>
              <a:gd name="connsiteY4" fmla="*/ 9144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828800">
                <a:moveTo>
                  <a:pt x="1828800" y="914400"/>
                </a:moveTo>
                <a:cubicBezTo>
                  <a:pt x="1828800" y="1584767"/>
                  <a:pt x="1584767" y="1828800"/>
                  <a:pt x="914400" y="1828800"/>
                </a:cubicBezTo>
                <a:cubicBezTo>
                  <a:pt x="244033" y="1828800"/>
                  <a:pt x="0" y="1584767"/>
                  <a:pt x="0" y="914400"/>
                </a:cubicBezTo>
                <a:cubicBezTo>
                  <a:pt x="0" y="244033"/>
                  <a:pt x="244033" y="0"/>
                  <a:pt x="914400" y="0"/>
                </a:cubicBezTo>
                <a:cubicBezTo>
                  <a:pt x="1584767" y="0"/>
                  <a:pt x="1828800" y="244033"/>
                  <a:pt x="1828800" y="914400"/>
                </a:cubicBezTo>
                <a:close/>
              </a:path>
            </a:pathLst>
          </a:custGeom>
          <a:gradFill>
            <a:gsLst>
              <a:gs pos="0">
                <a:srgbClr val="E17D02"/>
              </a:gs>
              <a:gs pos="18000">
                <a:srgbClr val="FEEB6B"/>
              </a:gs>
              <a:gs pos="35000">
                <a:srgbClr val="FED636"/>
              </a:gs>
              <a:gs pos="50000">
                <a:srgbClr val="FDEE80"/>
              </a:gs>
              <a:gs pos="77000">
                <a:srgbClr val="FBC822"/>
              </a:gs>
              <a:gs pos="100000">
                <a:srgbClr val="E17D02"/>
              </a:gs>
            </a:gsLst>
            <a:lin ang="2700000" scaled="1"/>
          </a:gradFill>
          <a:ln w="1693" cap="flat">
            <a:noFill/>
            <a:prstDash val="solid"/>
            <a:miter/>
          </a:ln>
          <a:scene3d>
            <a:camera prst="orthographicFront"/>
            <a:lightRig rig="soft" dir="t">
              <a:rot lat="0" lon="0" rev="18900000"/>
            </a:lightRig>
          </a:scene3d>
          <a:sp3d prstMaterial="metal">
            <a:bevelT w="127000" h="50800" prst="relaxedInset"/>
          </a:sp3d>
        </p:spPr>
        <p:txBody>
          <a:bodyPr rtlCol="0" anchor="ctr"/>
          <a:lstStyle/>
          <a:p>
            <a:endParaRPr lang="en-US"/>
          </a:p>
        </p:txBody>
      </p:sp>
      <p:grpSp>
        <p:nvGrpSpPr>
          <p:cNvPr id="12" name="Computer 3x4">
            <a:extLst>
              <a:ext uri="{FF2B5EF4-FFF2-40B4-BE49-F238E27FC236}">
                <a16:creationId xmlns:a16="http://schemas.microsoft.com/office/drawing/2014/main" id="{4B9FCA14-3CD4-B4D5-86CD-CFA080C6CBDE}"/>
              </a:ext>
            </a:extLst>
          </p:cNvPr>
          <p:cNvGrpSpPr/>
          <p:nvPr userDrawn="1"/>
        </p:nvGrpSpPr>
        <p:grpSpPr>
          <a:xfrm>
            <a:off x="1828800" y="457200"/>
            <a:ext cx="2090057" cy="1828800"/>
            <a:chOff x="2743200" y="457200"/>
            <a:chExt cx="7315200" cy="6400800"/>
          </a:xfrm>
        </p:grpSpPr>
        <p:sp>
          <p:nvSpPr>
            <p:cNvPr id="13" name="Graphic 6">
              <a:extLst>
                <a:ext uri="{FF2B5EF4-FFF2-40B4-BE49-F238E27FC236}">
                  <a16:creationId xmlns:a16="http://schemas.microsoft.com/office/drawing/2014/main" id="{0BBFCBCC-7B0D-BDC0-B4D5-7286B2DA5CFE}"/>
                </a:ext>
              </a:extLst>
            </p:cNvPr>
            <p:cNvSpPr/>
            <p:nvPr userDrawn="1"/>
          </p:nvSpPr>
          <p:spPr>
            <a:xfrm flipV="1">
              <a:off x="3657600" y="5943600"/>
              <a:ext cx="5486400" cy="914400"/>
            </a:xfrm>
            <a:custGeom>
              <a:avLst/>
              <a:gdLst>
                <a:gd name="connsiteX0" fmla="*/ 0 w 2251710"/>
                <a:gd name="connsiteY0" fmla="*/ 0 h 375285"/>
                <a:gd name="connsiteX1" fmla="*/ 2251710 w 2251710"/>
                <a:gd name="connsiteY1" fmla="*/ 0 h 375285"/>
                <a:gd name="connsiteX2" fmla="*/ 1555893 w 2251710"/>
                <a:gd name="connsiteY2" fmla="*/ 375285 h 375285"/>
                <a:gd name="connsiteX3" fmla="*/ 695817 w 2251710"/>
                <a:gd name="connsiteY3" fmla="*/ 375285 h 375285"/>
                <a:gd name="connsiteX4" fmla="*/ 0 w 2251710"/>
                <a:gd name="connsiteY4" fmla="*/ 0 h 37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1710" h="375285">
                  <a:moveTo>
                    <a:pt x="0" y="0"/>
                  </a:moveTo>
                  <a:lnTo>
                    <a:pt x="2251710" y="0"/>
                  </a:lnTo>
                  <a:cubicBezTo>
                    <a:pt x="2251710" y="187643"/>
                    <a:pt x="1555893" y="187643"/>
                    <a:pt x="1555893" y="375285"/>
                  </a:cubicBezTo>
                  <a:lnTo>
                    <a:pt x="695817" y="375285"/>
                  </a:lnTo>
                  <a:cubicBezTo>
                    <a:pt x="695817" y="187643"/>
                    <a:pt x="0" y="187643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0"/>
                    <a:lumOff val="100000"/>
                  </a:schemeClr>
                </a:gs>
                <a:gs pos="100000">
                  <a:schemeClr val="tx1"/>
                </a:gs>
              </a:gsLst>
              <a:lin ang="5400000" scaled="1"/>
              <a:tileRect/>
            </a:gradFill>
            <a:ln w="187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402C7CB1-3A73-4AF9-EFC5-0B08D4E32180}"/>
                </a:ext>
              </a:extLst>
            </p:cNvPr>
            <p:cNvSpPr/>
            <p:nvPr userDrawn="1"/>
          </p:nvSpPr>
          <p:spPr>
            <a:xfrm>
              <a:off x="2743200" y="457200"/>
              <a:ext cx="7315200" cy="5486400"/>
            </a:xfrm>
            <a:custGeom>
              <a:avLst/>
              <a:gdLst>
                <a:gd name="connsiteX0" fmla="*/ 2476500 w 2476500"/>
                <a:gd name="connsiteY0" fmla="*/ 1795463 h 1857375"/>
                <a:gd name="connsiteX1" fmla="*/ 2414588 w 2476500"/>
                <a:gd name="connsiteY1" fmla="*/ 1857375 h 1857375"/>
                <a:gd name="connsiteX2" fmla="*/ 61913 w 2476500"/>
                <a:gd name="connsiteY2" fmla="*/ 1857375 h 1857375"/>
                <a:gd name="connsiteX3" fmla="*/ 0 w 2476500"/>
                <a:gd name="connsiteY3" fmla="*/ 1795463 h 1857375"/>
                <a:gd name="connsiteX4" fmla="*/ 0 w 2476500"/>
                <a:gd name="connsiteY4" fmla="*/ 61913 h 1857375"/>
                <a:gd name="connsiteX5" fmla="*/ 61913 w 2476500"/>
                <a:gd name="connsiteY5" fmla="*/ 0 h 1857375"/>
                <a:gd name="connsiteX6" fmla="*/ 2414588 w 2476500"/>
                <a:gd name="connsiteY6" fmla="*/ 0 h 1857375"/>
                <a:gd name="connsiteX7" fmla="*/ 2476500 w 2476500"/>
                <a:gd name="connsiteY7" fmla="*/ 61913 h 1857375"/>
                <a:gd name="connsiteX8" fmla="*/ 61913 w 2476500"/>
                <a:gd name="connsiteY8" fmla="*/ 61913 h 1857375"/>
                <a:gd name="connsiteX9" fmla="*/ 61913 w 2476500"/>
                <a:gd name="connsiteY9" fmla="*/ 1795463 h 1857375"/>
                <a:gd name="connsiteX10" fmla="*/ 2414588 w 2476500"/>
                <a:gd name="connsiteY10" fmla="*/ 1795463 h 1857375"/>
                <a:gd name="connsiteX11" fmla="*/ 2414588 w 2476500"/>
                <a:gd name="connsiteY11" fmla="*/ 61913 h 185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76500" h="1857375">
                  <a:moveTo>
                    <a:pt x="2476500" y="1795463"/>
                  </a:moveTo>
                  <a:cubicBezTo>
                    <a:pt x="2476500" y="1829656"/>
                    <a:pt x="2448781" y="1857375"/>
                    <a:pt x="2414588" y="1857375"/>
                  </a:cubicBezTo>
                  <a:lnTo>
                    <a:pt x="61913" y="1857375"/>
                  </a:lnTo>
                  <a:cubicBezTo>
                    <a:pt x="27719" y="1857375"/>
                    <a:pt x="0" y="1829656"/>
                    <a:pt x="0" y="1795463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lnTo>
                    <a:pt x="2414588" y="0"/>
                  </a:lnTo>
                  <a:cubicBezTo>
                    <a:pt x="2448781" y="0"/>
                    <a:pt x="2476500" y="27719"/>
                    <a:pt x="2476500" y="61913"/>
                  </a:cubicBezTo>
                  <a:close/>
                  <a:moveTo>
                    <a:pt x="61913" y="61913"/>
                  </a:moveTo>
                  <a:lnTo>
                    <a:pt x="61913" y="1795463"/>
                  </a:lnTo>
                  <a:lnTo>
                    <a:pt x="2414588" y="1795463"/>
                  </a:lnTo>
                  <a:lnTo>
                    <a:pt x="2414588" y="6191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C0C0"/>
                </a:gs>
                <a:gs pos="100000">
                  <a:srgbClr val="808080"/>
                </a:gs>
              </a:gsLst>
              <a:lin ang="5400000" scaled="1"/>
              <a:tileRect/>
            </a:gradFill>
            <a:ln w="3095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E6D83B0-D2A1-AD03-5251-6115AD68D249}"/>
                </a:ext>
              </a:extLst>
            </p:cNvPr>
            <p:cNvSpPr/>
            <p:nvPr userDrawn="1"/>
          </p:nvSpPr>
          <p:spPr>
            <a:xfrm>
              <a:off x="2926082" y="640080"/>
              <a:ext cx="6949440" cy="5120640"/>
            </a:xfrm>
            <a:prstGeom prst="rect">
              <a:avLst/>
            </a:prstGeom>
            <a:solidFill>
              <a:schemeClr val="tx1"/>
            </a:solidFill>
            <a:ln w="7620" cap="flat">
              <a:noFill/>
              <a:prstDash val="solid"/>
              <a:miter/>
            </a:ln>
          </p:spPr>
          <p:txBody>
            <a:bodyPr lIns="0" tIns="0" rIns="0" bIns="0" rtlCol="0" anchor="ctr">
              <a:normAutofit/>
            </a:bodyPr>
            <a:lstStyle/>
            <a:p>
              <a:pPr algn="l"/>
              <a:r>
                <a:rPr lang="en-US" sz="36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4 x 3</a:t>
              </a:r>
            </a:p>
          </p:txBody>
        </p:sp>
      </p:grpSp>
      <p:sp>
        <p:nvSpPr>
          <p:cNvPr id="18" name="Computer 16x9">
            <a:extLst>
              <a:ext uri="{FF2B5EF4-FFF2-40B4-BE49-F238E27FC236}">
                <a16:creationId xmlns:a16="http://schemas.microsoft.com/office/drawing/2014/main" id="{35CF0C4E-6F6A-FAC1-1599-0D5F2546C98C}"/>
              </a:ext>
            </a:extLst>
          </p:cNvPr>
          <p:cNvSpPr/>
          <p:nvPr userDrawn="1"/>
        </p:nvSpPr>
        <p:spPr>
          <a:xfrm>
            <a:off x="4023360" y="457200"/>
            <a:ext cx="2377440" cy="18288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7620" cap="flat">
            <a:noFill/>
            <a:prstDash val="solid"/>
            <a:miter/>
          </a:ln>
        </p:spPr>
        <p:txBody>
          <a:bodyPr lIns="182880" tIns="91440" rIns="182880" bIns="457200" rtlCol="0" anchor="ctr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16 x 9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98D44ED-003D-2AF9-413C-B774C8DB40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286000"/>
            <a:ext cx="914400" cy="914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FAD3F05-D121-ABC3-0C80-2FA953057E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8800" y="2286000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B60C443-DCFF-3710-4ABA-97EAFE46424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0" y="2286000"/>
            <a:ext cx="914400" cy="914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F3FE71A-9D0D-9FE8-19CC-1D777C3EEE4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57600" y="2286000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6A8993C-4FDA-989B-91D9-F37890B701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2286000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5B1A8AE-E558-8CEE-438E-EA5DE67FB60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86400" y="2286000"/>
            <a:ext cx="914400" cy="914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AE5DAC58-250F-C742-7367-99B418A2227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00800" y="2286000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EBBF882-D65D-BA8D-1EFE-CEBF2E158CD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315200" y="2286000"/>
            <a:ext cx="914400" cy="9144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3F5D9BA9-537B-D017-7055-C41ACA50EEF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C5DD5240-54FE-B710-7458-063B4C1D122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44000" y="2286000"/>
            <a:ext cx="914400" cy="9144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3229DA3-2567-11A2-E95C-5CE481C17F68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914400" y="5029200"/>
            <a:ext cx="3657600" cy="2057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1A6BFE2-3122-A30A-7C4F-3F274DBDF10E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572000" y="5029200"/>
            <a:ext cx="3657600" cy="2057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11978ECE-5E06-7B52-225F-61C2D96A329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8229600" y="5029200"/>
            <a:ext cx="3657600" cy="2057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710B5DC-0055-5024-144E-B019FA5B068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4400" y="3200400"/>
            <a:ext cx="96012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639458-2F7A-44E6-8F95-328533A72DD3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14400" y="4114800"/>
            <a:ext cx="10744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1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9" Type="http://schemas.openxmlformats.org/officeDocument/2006/relationships/image" Target="../media/image14.svg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9.png"/><Relationship Id="rId42" Type="http://schemas.openxmlformats.org/officeDocument/2006/relationships/image" Target="../media/image17.png"/><Relationship Id="rId47" Type="http://schemas.openxmlformats.org/officeDocument/2006/relationships/image" Target="../media/image2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image" Target="../media/image4.svg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7.png"/><Relationship Id="rId37" Type="http://schemas.openxmlformats.org/officeDocument/2006/relationships/image" Target="../media/image12.svg"/><Relationship Id="rId40" Type="http://schemas.openxmlformats.org/officeDocument/2006/relationships/image" Target="../media/image15.png"/><Relationship Id="rId45" Type="http://schemas.openxmlformats.org/officeDocument/2006/relationships/image" Target="../media/image20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36" Type="http://schemas.openxmlformats.org/officeDocument/2006/relationships/image" Target="../media/image11.png"/><Relationship Id="rId49" Type="http://schemas.openxmlformats.org/officeDocument/2006/relationships/image" Target="../media/image24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6.svg"/><Relationship Id="rId44" Type="http://schemas.openxmlformats.org/officeDocument/2006/relationships/image" Target="../media/image19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Relationship Id="rId30" Type="http://schemas.openxmlformats.org/officeDocument/2006/relationships/image" Target="../media/image5.png"/><Relationship Id="rId35" Type="http://schemas.openxmlformats.org/officeDocument/2006/relationships/image" Target="../media/image10.svg"/><Relationship Id="rId43" Type="http://schemas.openxmlformats.org/officeDocument/2006/relationships/image" Target="../media/image18.svg"/><Relationship Id="rId48" Type="http://schemas.openxmlformats.org/officeDocument/2006/relationships/image" Target="../media/image23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33" Type="http://schemas.openxmlformats.org/officeDocument/2006/relationships/image" Target="../media/image8.svg"/><Relationship Id="rId38" Type="http://schemas.openxmlformats.org/officeDocument/2006/relationships/image" Target="../media/image13.png"/><Relationship Id="rId46" Type="http://schemas.openxmlformats.org/officeDocument/2006/relationships/image" Target="../media/image21.png"/><Relationship Id="rId20" Type="http://schemas.openxmlformats.org/officeDocument/2006/relationships/slideLayout" Target="../slideLayouts/slideLayout20.xml"/><Relationship Id="rId41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6">
            <a:lum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Number"/>
          <p:cNvSpPr>
            <a:spLocks noGrp="1"/>
          </p:cNvSpPr>
          <p:nvPr>
            <p:ph type="sldNum" sz="quarter" idx="4"/>
          </p:nvPr>
        </p:nvSpPr>
        <p:spPr>
          <a:xfrm>
            <a:off x="13563600" y="7315200"/>
            <a:ext cx="762000" cy="762000"/>
          </a:xfrm>
          <a:prstGeom prst="rect">
            <a:avLst/>
          </a:prstGeom>
          <a:blipFill dpi="0" rotWithShape="1">
            <a:blip r:embed="rId28">
              <a:alphaModFix amt="50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lvl1pPr algn="ctr">
              <a:defRPr sz="28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</a:defRPr>
            </a:lvl1pPr>
          </a:lstStyle>
          <a:p>
            <a:fld id="{5CAF171B-BCF0-4F8D-B01B-8AC3659B91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1B28B721-E46A-AD66-3402-7475601F6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0" y="7467600"/>
            <a:ext cx="3505200" cy="609600"/>
          </a:xfrm>
          <a:prstGeom prst="rect">
            <a:avLst/>
          </a:prstGeom>
        </p:spPr>
        <p:txBody>
          <a:bodyPr vert="horz" lIns="274320" tIns="0" rIns="274320" bIns="0" rtlCol="0" anchor="ctr"/>
          <a:lstStyle>
            <a:lvl1pPr algn="l">
              <a:defRPr sz="16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BD94105-6912-2730-A63D-F196C7EC2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7467600"/>
            <a:ext cx="5486400" cy="609600"/>
          </a:xfrm>
          <a:prstGeom prst="rect">
            <a:avLst/>
          </a:prstGeom>
        </p:spPr>
        <p:txBody>
          <a:bodyPr vert="horz" lIns="274320" tIns="0" rIns="274320" bIns="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04800" y="152400"/>
            <a:ext cx="14020800" cy="1371600"/>
          </a:xfrm>
          <a:prstGeom prst="rect">
            <a:avLst/>
          </a:prstGeom>
          <a:blipFill dpi="0" rotWithShape="1"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>
              <a:fillRect/>
            </a:stretch>
          </a:blipFill>
          <a:effectLst/>
        </p:spPr>
        <p:txBody>
          <a:bodyPr vert="horz" lIns="182880" tIns="0" rIns="182880" bIns="182880" rtlCol="0" anchor="t" anchorCtr="0">
            <a:norm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14020800" cy="5791200"/>
          </a:xfrm>
          <a:prstGeom prst="rect">
            <a:avLst/>
          </a:prstGeom>
          <a:noFill/>
        </p:spPr>
        <p:txBody>
          <a:bodyPr vert="horz" lIns="182880" tIns="0" rIns="182880" bIns="0" rtlCol="0">
            <a:norm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Nineth level</a:t>
            </a:r>
          </a:p>
        </p:txBody>
      </p:sp>
    </p:spTree>
    <p:extLst>
      <p:ext uri="{BB962C8B-B14F-4D97-AF65-F5344CB8AC3E}">
        <p14:creationId xmlns:p14="http://schemas.microsoft.com/office/powerpoint/2010/main" val="278659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80" r:id="rId2"/>
    <p:sldLayoutId id="2147483783" r:id="rId3"/>
    <p:sldLayoutId id="2147483755" r:id="rId4"/>
    <p:sldLayoutId id="2147483781" r:id="rId5"/>
    <p:sldLayoutId id="2147483757" r:id="rId6"/>
    <p:sldLayoutId id="2147483758" r:id="rId7"/>
    <p:sldLayoutId id="2147483759" r:id="rId8"/>
    <p:sldLayoutId id="2147483782" r:id="rId9"/>
    <p:sldLayoutId id="2147483761" r:id="rId10"/>
    <p:sldLayoutId id="2147483762" r:id="rId11"/>
    <p:sldLayoutId id="2147483771" r:id="rId12"/>
    <p:sldLayoutId id="2147483738" r:id="rId13"/>
    <p:sldLayoutId id="2147483739" r:id="rId14"/>
    <p:sldLayoutId id="2147483779" r:id="rId15"/>
    <p:sldLayoutId id="2147483741" r:id="rId16"/>
    <p:sldLayoutId id="2147483742" r:id="rId17"/>
    <p:sldLayoutId id="2147483743" r:id="rId18"/>
    <p:sldLayoutId id="2147483772" r:id="rId19"/>
    <p:sldLayoutId id="2147483745" r:id="rId20"/>
    <p:sldLayoutId id="2147483747" r:id="rId21"/>
    <p:sldLayoutId id="2147483748" r:id="rId22"/>
    <p:sldLayoutId id="2147483749" r:id="rId23"/>
    <p:sldLayoutId id="2147483750" r:id="rId24"/>
  </p:sldLayoutIdLst>
  <p:hf hdr="0" ftr="0" dt="0"/>
  <p:txStyles>
    <p:titleStyle>
      <a:lvl1pPr algn="l" defTabSz="1463026" rtl="0" eaLnBrk="1" latinLnBrk="0" hangingPunct="1">
        <a:spcBef>
          <a:spcPct val="0"/>
        </a:spcBef>
        <a:buNone/>
        <a:defRPr sz="7200" b="0" i="0" kern="1200" cap="none" spc="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4572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</a:buBlip>
        <a:tabLst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</a:buBlip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</a:buBlip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</a:buBlip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9377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</a:buBlip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146302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146302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</a:buBlip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1463026" rtl="0" eaLnBrk="1" latinLnBrk="0" hangingPunct="1">
        <a:lnSpc>
          <a:spcPct val="140000"/>
        </a:lnSpc>
        <a:spcBef>
          <a:spcPts val="300"/>
        </a:spcBef>
        <a:spcAft>
          <a:spcPts val="300"/>
        </a:spcAft>
        <a:buFontTx/>
        <a:buBlip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</a:buBlip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1pPr>
      <a:lvl2pPr marL="731514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2pPr>
      <a:lvl3pPr marL="1463026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3pPr>
      <a:lvl4pPr marL="2194539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4pPr>
      <a:lvl5pPr marL="2926050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5pPr>
      <a:lvl6pPr marL="3657563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6pPr>
      <a:lvl7pPr marL="4389075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7pPr>
      <a:lvl8pPr marL="5120589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8pPr>
      <a:lvl9pPr marL="5852101" algn="l" defTabSz="1463026" rtl="0" eaLnBrk="1" latinLnBrk="0" hangingPunct="1">
        <a:defRPr sz="28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6.png"/><Relationship Id="rId7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1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6.png"/><Relationship Id="rId7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1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4.png"/><Relationship Id="rId3" Type="http://schemas.openxmlformats.org/officeDocument/2006/relationships/image" Target="../media/image80.png"/><Relationship Id="rId7" Type="http://schemas.openxmlformats.org/officeDocument/2006/relationships/image" Target="../media/image76.png"/><Relationship Id="rId12" Type="http://schemas.openxmlformats.org/officeDocument/2006/relationships/image" Target="../media/image7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5.png"/><Relationship Id="rId11" Type="http://schemas.openxmlformats.org/officeDocument/2006/relationships/image" Target="../media/image72.png"/><Relationship Id="rId5" Type="http://schemas.openxmlformats.org/officeDocument/2006/relationships/image" Target="../media/image82.png"/><Relationship Id="rId10" Type="http://schemas.openxmlformats.org/officeDocument/2006/relationships/image" Target="../media/image71.png"/><Relationship Id="rId4" Type="http://schemas.openxmlformats.org/officeDocument/2006/relationships/image" Target="../media/image81.png"/><Relationship Id="rId9" Type="http://schemas.openxmlformats.org/officeDocument/2006/relationships/image" Target="../media/image7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4.png"/><Relationship Id="rId3" Type="http://schemas.openxmlformats.org/officeDocument/2006/relationships/image" Target="../media/image80.png"/><Relationship Id="rId7" Type="http://schemas.openxmlformats.org/officeDocument/2006/relationships/image" Target="../media/image76.png"/><Relationship Id="rId12" Type="http://schemas.openxmlformats.org/officeDocument/2006/relationships/image" Target="../media/image73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5.png"/><Relationship Id="rId11" Type="http://schemas.openxmlformats.org/officeDocument/2006/relationships/image" Target="../media/image72.png"/><Relationship Id="rId5" Type="http://schemas.openxmlformats.org/officeDocument/2006/relationships/image" Target="../media/image82.png"/><Relationship Id="rId10" Type="http://schemas.openxmlformats.org/officeDocument/2006/relationships/image" Target="../media/image71.png"/><Relationship Id="rId4" Type="http://schemas.openxmlformats.org/officeDocument/2006/relationships/image" Target="../media/image81.png"/><Relationship Id="rId9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Cây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Kiểu dữ liệu trừu tượng cây</a:t>
            </a:r>
          </a:p>
          <a:p>
            <a:r>
              <a:rPr lang="en-US"/>
              <a:t>Biểu diễn cây</a:t>
            </a:r>
          </a:p>
          <a:p>
            <a:r>
              <a:rPr lang="en-US"/>
              <a:t>Phép duyệt cây</a:t>
            </a:r>
          </a:p>
          <a:p>
            <a:r>
              <a:rPr lang="en-US"/>
              <a:t>Một số ứng dụng</a:t>
            </a:r>
          </a:p>
        </p:txBody>
      </p:sp>
    </p:spTree>
    <p:extLst>
      <p:ext uri="{BB962C8B-B14F-4D97-AF65-F5344CB8AC3E}">
        <p14:creationId xmlns:p14="http://schemas.microsoft.com/office/powerpoint/2010/main" val="3516553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29CCD9A2-7F57-62AB-462E-4A81ED545C73}"/>
              </a:ext>
            </a:extLst>
          </p:cNvPr>
          <p:cNvGrpSpPr/>
          <p:nvPr/>
        </p:nvGrpSpPr>
        <p:grpSpPr>
          <a:xfrm>
            <a:off x="10058400" y="1981200"/>
            <a:ext cx="3657600" cy="914400"/>
            <a:chOff x="9448800" y="1981200"/>
            <a:chExt cx="3657600" cy="91440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226092-6F0F-E702-9F6E-165F61EC14E5}"/>
                </a:ext>
              </a:extLst>
            </p:cNvPr>
            <p:cNvCxnSpPr/>
            <p:nvPr/>
          </p:nvCxnSpPr>
          <p:spPr>
            <a:xfrm flipH="1">
              <a:off x="9448800" y="1981200"/>
              <a:ext cx="1828800" cy="914400"/>
            </a:xfrm>
            <a:prstGeom prst="line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344C02-4AEB-ACC2-03F3-0E48091EBE2D}"/>
                </a:ext>
              </a:extLst>
            </p:cNvPr>
            <p:cNvCxnSpPr/>
            <p:nvPr/>
          </p:nvCxnSpPr>
          <p:spPr>
            <a:xfrm flipH="1">
              <a:off x="10668000" y="1981200"/>
              <a:ext cx="609600" cy="914400"/>
            </a:xfrm>
            <a:prstGeom prst="line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7580F0-3A04-C0E2-4F69-68E648788EA2}"/>
                </a:ext>
              </a:extLst>
            </p:cNvPr>
            <p:cNvCxnSpPr/>
            <p:nvPr/>
          </p:nvCxnSpPr>
          <p:spPr>
            <a:xfrm>
              <a:off x="11277600" y="1981200"/>
              <a:ext cx="609600" cy="914400"/>
            </a:xfrm>
            <a:prstGeom prst="line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A19FEE2-E554-BAF6-E1F1-0D3B9C5F7788}"/>
                </a:ext>
              </a:extLst>
            </p:cNvPr>
            <p:cNvCxnSpPr/>
            <p:nvPr/>
          </p:nvCxnSpPr>
          <p:spPr>
            <a:xfrm>
              <a:off x="11277600" y="1981200"/>
              <a:ext cx="1828800" cy="914400"/>
            </a:xfrm>
            <a:prstGeom prst="line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90A8EB4-2E93-4954-B2DD-6124D45E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Khái niệm cây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73D968-B778-4190-A752-9DFB52E0D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9144000" cy="5791200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Kiểu dữ liệu đệ quy gồm các nút và quan hệ “cha-con”</a:t>
            </a:r>
          </a:p>
          <a:p>
            <a:r>
              <a:rPr lang="en-US"/>
              <a:t>Các khái niệm</a:t>
            </a:r>
          </a:p>
          <a:p>
            <a:pPr lvl="1"/>
            <a:r>
              <a:rPr lang="en-US"/>
              <a:t>Đường đi (path), tiền bối (ancestor), hậu duệ (descendant), nút lá (leaf), nút nhánh (branch)</a:t>
            </a:r>
          </a:p>
          <a:p>
            <a:pPr lvl="1"/>
            <a:r>
              <a:rPr lang="en-US"/>
              <a:t>Độ sâu (depth), chiều cao (height)</a:t>
            </a:r>
          </a:p>
          <a:p>
            <a:pPr lvl="1"/>
            <a:r>
              <a:rPr lang="en-US"/>
              <a:t>Cây có thứ tự (ordered tree) và không có thứ tự (unordered tree)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6843D0-F0C9-4891-BC82-A3500BA2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AECC2AC3-587A-3394-33ED-B080992FF792}"/>
                  </a:ext>
                </a:extLst>
              </p:cNvPr>
              <p:cNvSpPr/>
              <p:nvPr/>
            </p:nvSpPr>
            <p:spPr>
              <a:xfrm>
                <a:off x="11582400" y="1676400"/>
                <a:ext cx="609600" cy="609600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/>
              </a:ln>
              <a:scene3d>
                <a:camera prst="orthographicFront"/>
                <a:lightRig rig="soft" dir="t">
                  <a:rot lat="0" lon="0" rev="18000000"/>
                </a:lightRig>
              </a:scene3d>
              <a:sp3d prstMaterial="metal">
                <a:bevelT w="127000" h="50800" prst="relaxedInset"/>
              </a:sp3d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AECC2AC3-587A-3394-33ED-B080992FF7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0" y="1676400"/>
                <a:ext cx="609600" cy="6096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5400" cap="flat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8C732BD-3AA2-9B8F-37F8-750BAF2EC2E8}"/>
              </a:ext>
            </a:extLst>
          </p:cNvPr>
          <p:cNvGrpSpPr/>
          <p:nvPr/>
        </p:nvGrpSpPr>
        <p:grpSpPr>
          <a:xfrm>
            <a:off x="9601200" y="2590800"/>
            <a:ext cx="4572000" cy="1524000"/>
            <a:chOff x="8991600" y="2590800"/>
            <a:chExt cx="4572000" cy="1524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F011A14-E01F-95F5-C259-757C560B89EE}"/>
                </a:ext>
              </a:extLst>
            </p:cNvPr>
            <p:cNvGrpSpPr/>
            <p:nvPr/>
          </p:nvGrpSpPr>
          <p:grpSpPr>
            <a:xfrm>
              <a:off x="8991600" y="2590800"/>
              <a:ext cx="914400" cy="1524000"/>
              <a:chOff x="7467600" y="1981200"/>
              <a:chExt cx="914400" cy="1524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Freeform: Shape 2">
                    <a:extLst>
                      <a:ext uri="{FF2B5EF4-FFF2-40B4-BE49-F238E27FC236}">
                        <a16:creationId xmlns:a16="http://schemas.microsoft.com/office/drawing/2014/main" id="{B6CBCC07-6008-C607-A857-4BDDD7F8EA71}"/>
                      </a:ext>
                    </a:extLst>
                  </p:cNvPr>
                  <p:cNvSpPr/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5400" cap="flat">
                    <a:noFill/>
                    <a:prstDash val="solid"/>
                    <a:miter/>
                  </a:ln>
                  <a:scene3d>
                    <a:camera prst="orthographicFront"/>
                    <a:lightRig rig="soft" dir="t">
                      <a:rot lat="0" lon="0" rev="18000000"/>
                    </a:lightRig>
                  </a:scene3d>
                  <a:sp3d prstMaterial="metal">
                    <a:bevelT w="127000" h="50800" prst="relaxedInset"/>
                  </a:sp3d>
                </p:spPr>
                <p:txBody>
                  <a:bodyPr wrap="square" lIns="0" tIns="0" rIns="0" bIns="91440" rtlCol="0" anchor="b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3" name="Freeform: Shape 2">
                    <a:extLst>
                      <a:ext uri="{FF2B5EF4-FFF2-40B4-BE49-F238E27FC236}">
                        <a16:creationId xmlns:a16="http://schemas.microsoft.com/office/drawing/2014/main" id="{B6CBCC07-6008-C607-A857-4BDDD7F8EA7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blipFill>
                    <a:blip r:embed="rId3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9F0C40D-9C95-0A73-68F9-B3DAA3CEC641}"/>
                      </a:ext>
                    </a:extLst>
                  </p:cNvPr>
                  <p:cNvSpPr/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noFill/>
                  <a:ln w="25400" cap="flat">
                    <a:noFill/>
                    <a:prstDash val="solid"/>
                    <a:miter/>
                  </a:ln>
                </p:spPr>
                <p:txBody>
                  <a:bodyPr wrap="none" lIns="0" tIns="0" rIns="0" bIns="0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C9F0C40D-9C95-0A73-68F9-B3DAA3CEC6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2580D80-CF71-5087-05E7-898ED92EF5B6}"/>
                </a:ext>
              </a:extLst>
            </p:cNvPr>
            <p:cNvGrpSpPr/>
            <p:nvPr/>
          </p:nvGrpSpPr>
          <p:grpSpPr>
            <a:xfrm>
              <a:off x="10210800" y="2590800"/>
              <a:ext cx="914400" cy="1524000"/>
              <a:chOff x="7467600" y="1981200"/>
              <a:chExt cx="914400" cy="1524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B9A13F4F-4FFB-2656-D872-B5BCE0C16847}"/>
                      </a:ext>
                    </a:extLst>
                  </p:cNvPr>
                  <p:cNvSpPr/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5400" cap="flat">
                    <a:noFill/>
                    <a:prstDash val="solid"/>
                    <a:miter/>
                  </a:ln>
                  <a:scene3d>
                    <a:camera prst="orthographicFront"/>
                    <a:lightRig rig="soft" dir="t">
                      <a:rot lat="0" lon="0" rev="18000000"/>
                    </a:lightRig>
                  </a:scene3d>
                  <a:sp3d prstMaterial="metal">
                    <a:bevelT w="127000" h="50800" prst="relaxedInset"/>
                  </a:sp3d>
                </p:spPr>
                <p:txBody>
                  <a:bodyPr wrap="square" lIns="0" tIns="0" rIns="0" bIns="91440" rtlCol="0" anchor="b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B9A13F4F-4FFB-2656-D872-B5BCE0C168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blipFill>
                    <a:blip r:embed="rId5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A68120BE-639A-309D-B509-6DD8AED3D45D}"/>
                      </a:ext>
                    </a:extLst>
                  </p:cNvPr>
                  <p:cNvSpPr/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noFill/>
                  <a:ln w="25400" cap="flat">
                    <a:noFill/>
                    <a:prstDash val="solid"/>
                    <a:miter/>
                  </a:ln>
                </p:spPr>
                <p:txBody>
                  <a:bodyPr wrap="none" lIns="0" tIns="0" rIns="0" bIns="0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A68120BE-639A-309D-B509-6DD8AED3D4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04D8216-1084-F730-17CE-86FFF6CBE376}"/>
                </a:ext>
              </a:extLst>
            </p:cNvPr>
            <p:cNvGrpSpPr/>
            <p:nvPr/>
          </p:nvGrpSpPr>
          <p:grpSpPr>
            <a:xfrm>
              <a:off x="11430000" y="2590800"/>
              <a:ext cx="914400" cy="1524000"/>
              <a:chOff x="7467600" y="1981200"/>
              <a:chExt cx="914400" cy="1524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85DCC4C0-6604-A1B0-7FE2-B677C099AE0A}"/>
                      </a:ext>
                    </a:extLst>
                  </p:cNvPr>
                  <p:cNvSpPr/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25400" cap="flat">
                    <a:noFill/>
                    <a:prstDash val="solid"/>
                    <a:miter/>
                  </a:ln>
                  <a:scene3d>
                    <a:camera prst="orthographicFront"/>
                    <a:lightRig rig="soft" dir="t">
                      <a:rot lat="0" lon="0" rev="18000000"/>
                    </a:lightRig>
                  </a:scene3d>
                  <a:sp3d prstMaterial="metal">
                    <a:bevelT w="127000" h="50800" prst="relaxedInset"/>
                  </a:sp3d>
                </p:spPr>
                <p:txBody>
                  <a:bodyPr wrap="square" lIns="0" tIns="0" rIns="0" bIns="91440" rtlCol="0" anchor="b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85DCC4C0-6604-A1B0-7FE2-B677C099AE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blipFill>
                    <a:blip r:embed="rId7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6C145B23-1866-EE77-1643-A7E1BF042C6C}"/>
                      </a:ext>
                    </a:extLst>
                  </p:cNvPr>
                  <p:cNvSpPr/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noFill/>
                  <a:ln w="25400" cap="flat">
                    <a:noFill/>
                    <a:prstDash val="solid"/>
                    <a:miter/>
                  </a:ln>
                </p:spPr>
                <p:txBody>
                  <a:bodyPr wrap="none" lIns="0" tIns="0" rIns="0" bIns="0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6C145B23-1866-EE77-1643-A7E1BF042C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C91B66-2A1E-288D-A2B1-F0E239959B7D}"/>
                </a:ext>
              </a:extLst>
            </p:cNvPr>
            <p:cNvGrpSpPr/>
            <p:nvPr/>
          </p:nvGrpSpPr>
          <p:grpSpPr>
            <a:xfrm>
              <a:off x="12649200" y="2590800"/>
              <a:ext cx="914400" cy="1524000"/>
              <a:chOff x="7467600" y="1981200"/>
              <a:chExt cx="914400" cy="1524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864BDA4A-D802-D1B5-02C4-F52D6A387941}"/>
                      </a:ext>
                    </a:extLst>
                  </p:cNvPr>
                  <p:cNvSpPr/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25400" cap="flat">
                    <a:noFill/>
                    <a:prstDash val="solid"/>
                    <a:miter/>
                  </a:ln>
                  <a:scene3d>
                    <a:camera prst="orthographicFront"/>
                    <a:lightRig rig="soft" dir="t">
                      <a:rot lat="0" lon="0" rev="18000000"/>
                    </a:lightRig>
                  </a:scene3d>
                  <a:sp3d prstMaterial="metal">
                    <a:bevelT w="127000" h="50800" prst="relaxedInset"/>
                  </a:sp3d>
                </p:spPr>
                <p:txBody>
                  <a:bodyPr wrap="square" lIns="0" tIns="0" rIns="0" bIns="91440" rtlCol="0" anchor="b" anchorCtr="0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864BDA4A-D802-D1B5-02C4-F52D6A3879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7600" y="1981200"/>
                    <a:ext cx="914400" cy="1524000"/>
                  </a:xfrm>
                  <a:custGeom>
                    <a:avLst/>
                    <a:gdLst>
                      <a:gd name="csX0" fmla="*/ 457200 w 914400"/>
                      <a:gd name="csY0" fmla="*/ 0 h 1524000"/>
                      <a:gd name="csX1" fmla="*/ 762000 w 914400"/>
                      <a:gd name="csY1" fmla="*/ 304800 h 1524000"/>
                      <a:gd name="csX2" fmla="*/ 575842 w 914400"/>
                      <a:gd name="csY2" fmla="*/ 585647 h 1524000"/>
                      <a:gd name="csX3" fmla="*/ 519716 w 914400"/>
                      <a:gd name="csY3" fmla="*/ 603070 h 1524000"/>
                      <a:gd name="csX4" fmla="*/ 914400 w 914400"/>
                      <a:gd name="csY4" fmla="*/ 1524000 h 1524000"/>
                      <a:gd name="csX5" fmla="*/ 0 w 914400"/>
                      <a:gd name="csY5" fmla="*/ 1524000 h 1524000"/>
                      <a:gd name="csX6" fmla="*/ 394685 w 914400"/>
                      <a:gd name="csY6" fmla="*/ 603070 h 1524000"/>
                      <a:gd name="csX7" fmla="*/ 338559 w 914400"/>
                      <a:gd name="csY7" fmla="*/ 585647 h 1524000"/>
                      <a:gd name="csX8" fmla="*/ 152400 w 914400"/>
                      <a:gd name="csY8" fmla="*/ 304800 h 1524000"/>
                      <a:gd name="csX9" fmla="*/ 457200 w 914400"/>
                      <a:gd name="csY9" fmla="*/ 0 h 1524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914400" h="1524000">
                        <a:moveTo>
                          <a:pt x="457200" y="0"/>
                        </a:moveTo>
                        <a:cubicBezTo>
                          <a:pt x="625536" y="0"/>
                          <a:pt x="762000" y="136464"/>
                          <a:pt x="762000" y="304800"/>
                        </a:cubicBezTo>
                        <a:cubicBezTo>
                          <a:pt x="762000" y="431052"/>
                          <a:pt x="685239" y="539376"/>
                          <a:pt x="575842" y="585647"/>
                        </a:cubicBezTo>
                        <a:lnTo>
                          <a:pt x="519716" y="603070"/>
                        </a:lnTo>
                        <a:lnTo>
                          <a:pt x="914400" y="1524000"/>
                        </a:lnTo>
                        <a:lnTo>
                          <a:pt x="0" y="1524000"/>
                        </a:lnTo>
                        <a:lnTo>
                          <a:pt x="394685" y="603070"/>
                        </a:lnTo>
                        <a:lnTo>
                          <a:pt x="338559" y="585647"/>
                        </a:lnTo>
                        <a:cubicBezTo>
                          <a:pt x="229161" y="539376"/>
                          <a:pt x="152400" y="431052"/>
                          <a:pt x="152400" y="304800"/>
                        </a:cubicBezTo>
                        <a:cubicBezTo>
                          <a:pt x="152400" y="136464"/>
                          <a:pt x="288864" y="0"/>
                          <a:pt x="457200" y="0"/>
                        </a:cubicBezTo>
                        <a:close/>
                      </a:path>
                    </a:pathLst>
                  </a:custGeom>
                  <a:blipFill>
                    <a:blip r:embed="rId9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651F439E-344B-06E2-0221-C9386456F9D3}"/>
                      </a:ext>
                    </a:extLst>
                  </p:cNvPr>
                  <p:cNvSpPr/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noFill/>
                  <a:ln w="25400" cap="flat">
                    <a:noFill/>
                    <a:prstDash val="solid"/>
                    <a:miter/>
                  </a:ln>
                </p:spPr>
                <p:txBody>
                  <a:bodyPr wrap="none" lIns="0" tIns="0" rIns="0" bIns="0" rtlCol="0" anchor="ctr"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651F439E-344B-06E2-0221-C9386456F9D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00" y="1981200"/>
                    <a:ext cx="609600" cy="609600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25400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5A1A6C2-FD8F-3FDF-8EBB-3E7B0F8D96C0}"/>
              </a:ext>
            </a:extLst>
          </p:cNvPr>
          <p:cNvGrpSpPr/>
          <p:nvPr/>
        </p:nvGrpSpPr>
        <p:grpSpPr>
          <a:xfrm>
            <a:off x="9753600" y="4419600"/>
            <a:ext cx="3962400" cy="3352800"/>
            <a:chOff x="1066800" y="1066800"/>
            <a:chExt cx="3962400" cy="335280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E5057E9-F90E-11A3-9E68-C3E255FFD599}"/>
                </a:ext>
              </a:extLst>
            </p:cNvPr>
            <p:cNvGrpSpPr/>
            <p:nvPr/>
          </p:nvGrpSpPr>
          <p:grpSpPr>
            <a:xfrm>
              <a:off x="1371600" y="1371600"/>
              <a:ext cx="3352800" cy="2743200"/>
              <a:chOff x="1371600" y="1371600"/>
              <a:chExt cx="3352800" cy="2743200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0E274090-A6AE-ACE6-F4EA-24E8C7F61A52}"/>
                  </a:ext>
                </a:extLst>
              </p:cNvPr>
              <p:cNvCxnSpPr/>
              <p:nvPr/>
            </p:nvCxnSpPr>
            <p:spPr>
              <a:xfrm flipH="1">
                <a:off x="1828800" y="1371600"/>
                <a:ext cx="10668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29565A8-D2EE-A3DA-78D8-FB8E1211D25C}"/>
                  </a:ext>
                </a:extLst>
              </p:cNvPr>
              <p:cNvCxnSpPr/>
              <p:nvPr/>
            </p:nvCxnSpPr>
            <p:spPr>
              <a:xfrm>
                <a:off x="2895600" y="1371600"/>
                <a:ext cx="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3D628FC-0385-87C0-EE34-B85DD3E67BED}"/>
                  </a:ext>
                </a:extLst>
              </p:cNvPr>
              <p:cNvCxnSpPr/>
              <p:nvPr/>
            </p:nvCxnSpPr>
            <p:spPr>
              <a:xfrm>
                <a:off x="2895600" y="1371600"/>
                <a:ext cx="10668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6540F0E-97E5-E5C1-BA62-B2CDF40AA28D}"/>
                  </a:ext>
                </a:extLst>
              </p:cNvPr>
              <p:cNvCxnSpPr/>
              <p:nvPr/>
            </p:nvCxnSpPr>
            <p:spPr>
              <a:xfrm flipH="1">
                <a:off x="1371600" y="2286000"/>
                <a:ext cx="4572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C9956698-8638-7757-EB40-DF714AD858F9}"/>
                  </a:ext>
                </a:extLst>
              </p:cNvPr>
              <p:cNvCxnSpPr/>
              <p:nvPr/>
            </p:nvCxnSpPr>
            <p:spPr>
              <a:xfrm>
                <a:off x="1828800" y="2286000"/>
                <a:ext cx="4572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F6C5E36-DAC9-828C-EB0E-240C25835E67}"/>
                  </a:ext>
                </a:extLst>
              </p:cNvPr>
              <p:cNvCxnSpPr/>
              <p:nvPr/>
            </p:nvCxnSpPr>
            <p:spPr>
              <a:xfrm flipH="1">
                <a:off x="3200400" y="2286000"/>
                <a:ext cx="7620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ADEF6C6-C9F9-0DFC-ABA3-E068ABBEACFD}"/>
                  </a:ext>
                </a:extLst>
              </p:cNvPr>
              <p:cNvCxnSpPr/>
              <p:nvPr/>
            </p:nvCxnSpPr>
            <p:spPr>
              <a:xfrm>
                <a:off x="3962400" y="2286000"/>
                <a:ext cx="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43E93861-7D59-FC79-9D41-F5885DABAC19}"/>
                  </a:ext>
                </a:extLst>
              </p:cNvPr>
              <p:cNvCxnSpPr/>
              <p:nvPr/>
            </p:nvCxnSpPr>
            <p:spPr>
              <a:xfrm>
                <a:off x="3962400" y="2286000"/>
                <a:ext cx="7620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B79E613-CBA9-8EE7-FCBF-B0B79E33AB7A}"/>
                  </a:ext>
                </a:extLst>
              </p:cNvPr>
              <p:cNvCxnSpPr/>
              <p:nvPr/>
            </p:nvCxnSpPr>
            <p:spPr>
              <a:xfrm flipH="1">
                <a:off x="3505200" y="3200400"/>
                <a:ext cx="4572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27C8A313-A314-E16E-9342-0070398831DC}"/>
                  </a:ext>
                </a:extLst>
              </p:cNvPr>
              <p:cNvCxnSpPr/>
              <p:nvPr/>
            </p:nvCxnSpPr>
            <p:spPr>
              <a:xfrm>
                <a:off x="3962400" y="3200400"/>
                <a:ext cx="457200" cy="914400"/>
              </a:xfrm>
              <a:prstGeom prst="line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506E9F5-4328-7FBC-CAF8-27772837B1EF}"/>
                </a:ext>
              </a:extLst>
            </p:cNvPr>
            <p:cNvSpPr/>
            <p:nvPr/>
          </p:nvSpPr>
          <p:spPr>
            <a:xfrm>
              <a:off x="25908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A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27520BD-6ADB-F5F6-040F-2A0D4D08EE8E}"/>
                </a:ext>
              </a:extLst>
            </p:cNvPr>
            <p:cNvSpPr/>
            <p:nvPr/>
          </p:nvSpPr>
          <p:spPr>
            <a:xfrm>
              <a:off x="1524000" y="19812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B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3E610B8-2611-F6F3-657B-E94F06E50C94}"/>
                </a:ext>
              </a:extLst>
            </p:cNvPr>
            <p:cNvSpPr/>
            <p:nvPr/>
          </p:nvSpPr>
          <p:spPr>
            <a:xfrm>
              <a:off x="2590800" y="19812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C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27FF918-539F-7274-38CF-9C0A6537E27C}"/>
                </a:ext>
              </a:extLst>
            </p:cNvPr>
            <p:cNvSpPr/>
            <p:nvPr/>
          </p:nvSpPr>
          <p:spPr>
            <a:xfrm>
              <a:off x="3657600" y="19812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D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16F9D6F-B97F-B062-563D-94832C90F778}"/>
                </a:ext>
              </a:extLst>
            </p:cNvPr>
            <p:cNvSpPr/>
            <p:nvPr/>
          </p:nvSpPr>
          <p:spPr>
            <a:xfrm>
              <a:off x="1066800" y="28956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E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E59E157-7874-0474-15F2-4D07A3263613}"/>
                </a:ext>
              </a:extLst>
            </p:cNvPr>
            <p:cNvSpPr/>
            <p:nvPr/>
          </p:nvSpPr>
          <p:spPr>
            <a:xfrm>
              <a:off x="1981200" y="28956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F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5CBC02F0-973F-9FF0-6987-8898AFAC67CC}"/>
                </a:ext>
              </a:extLst>
            </p:cNvPr>
            <p:cNvSpPr/>
            <p:nvPr/>
          </p:nvSpPr>
          <p:spPr>
            <a:xfrm>
              <a:off x="2895600" y="28956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G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E57B969-C4EB-8E78-FBDA-C1D09F8269A6}"/>
                </a:ext>
              </a:extLst>
            </p:cNvPr>
            <p:cNvSpPr/>
            <p:nvPr/>
          </p:nvSpPr>
          <p:spPr>
            <a:xfrm>
              <a:off x="3657600" y="28956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H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C0DCD90-60F8-FED8-34CD-CB15D21F09F2}"/>
                </a:ext>
              </a:extLst>
            </p:cNvPr>
            <p:cNvSpPr/>
            <p:nvPr/>
          </p:nvSpPr>
          <p:spPr>
            <a:xfrm>
              <a:off x="4419600" y="28956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I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F445707-9488-3CB8-71CE-C52ABB90F2EB}"/>
                </a:ext>
              </a:extLst>
            </p:cNvPr>
            <p:cNvSpPr/>
            <p:nvPr/>
          </p:nvSpPr>
          <p:spPr>
            <a:xfrm>
              <a:off x="3200400" y="38100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J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EA40417-0EAC-8D9E-E0A3-771A68FCAEA8}"/>
                </a:ext>
              </a:extLst>
            </p:cNvPr>
            <p:cNvSpPr/>
            <p:nvPr/>
          </p:nvSpPr>
          <p:spPr>
            <a:xfrm>
              <a:off x="4114800" y="3810000"/>
              <a:ext cx="609600" cy="60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520">
                  <a:solidFill>
                    <a:schemeClr val="tx1"/>
                  </a:solidFill>
                  <a:ea typeface="LMHMono" panose="02000009000000000000" pitchFamily="49" charset="0"/>
                  <a:cs typeface="SourceCodeNarrow" panose="020B0609030804020204" pitchFamily="49" charset="0"/>
                </a:rPr>
                <a:t>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140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6AE6-733B-4C8E-90A0-4815862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Biểu diễn cây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8F72F-7423-4433-901E-07CA9B9B0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Nút: Bản ghi chứa các thông tin</a:t>
            </a:r>
          </a:p>
          <a:p>
            <a:pPr lvl="1"/>
            <a:r>
              <a:rPr lang="en-US"/>
              <a:t>Dữ liệu trong nút</a:t>
            </a:r>
          </a:p>
          <a:p>
            <a:pPr lvl="1"/>
            <a:r>
              <a:rPr lang="en-US"/>
              <a:t>Con trỏ tới nút cha</a:t>
            </a:r>
          </a:p>
          <a:p>
            <a:pPr lvl="1"/>
            <a:r>
              <a:rPr lang="en-US"/>
              <a:t>Danh sách con trỏ tới các nút con</a:t>
            </a:r>
          </a:p>
          <a:p>
            <a:r>
              <a:rPr lang="en-US"/>
              <a:t>Kiểu biểu diễn parent pointers</a:t>
            </a:r>
          </a:p>
          <a:p>
            <a:r>
              <a:rPr lang="en-US"/>
              <a:t>Kiểu biểu diễn left child – right sibling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B9476-8700-4ADB-927D-AD923127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1DAF3B-2A05-46CB-9453-537EFBB6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Disjoint-Set Forest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3F2DF4-44D5-C5FD-DE0C-8527D35D65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920875"/>
            <a:ext cx="8778240" cy="5302250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Cấu trúc dữ liệu quản lý các tập hợp rời nhau.</a:t>
            </a:r>
          </a:p>
          <a:p>
            <a:r>
              <a:rPr lang="en-US"/>
              <a:t>Hỗ trợ hai thao tác:</a:t>
            </a:r>
          </a:p>
          <a:p>
            <a:pPr lvl="1"/>
            <a:r>
              <a:rPr lang="en-US"/>
              <a:t>Tìm tập hợp chứa một phần tử</a:t>
            </a:r>
          </a:p>
          <a:p>
            <a:pPr lvl="1"/>
            <a:r>
              <a:rPr lang="en-US"/>
              <a:t>Hợp nhất hai tập hợp</a:t>
            </a:r>
          </a:p>
          <a:p>
            <a:r>
              <a:rPr lang="en-US"/>
              <a:t>Mỗi tập hợp được biểu diễn bằng cây…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8F98C4-582D-43EA-9379-E2C378C96742}"/>
              </a:ext>
            </a:extLst>
          </p:cNvPr>
          <p:cNvSpPr/>
          <p:nvPr/>
        </p:nvSpPr>
        <p:spPr>
          <a:xfrm rot="773021">
            <a:off x="9904267" y="2155986"/>
            <a:ext cx="1492234" cy="203403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032EA88-F4DB-451F-89C6-E5B343D30BA6}"/>
              </a:ext>
            </a:extLst>
          </p:cNvPr>
          <p:cNvSpPr/>
          <p:nvPr/>
        </p:nvSpPr>
        <p:spPr>
          <a:xfrm rot="773021">
            <a:off x="10534411" y="4429769"/>
            <a:ext cx="1804150" cy="2571796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0D62D8-9E4D-4515-9294-CE34694269EF}"/>
              </a:ext>
            </a:extLst>
          </p:cNvPr>
          <p:cNvCxnSpPr/>
          <p:nvPr/>
        </p:nvCxnSpPr>
        <p:spPr>
          <a:xfrm flipH="1">
            <a:off x="11103999" y="4839297"/>
            <a:ext cx="277866" cy="46311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B6E08F-E2A8-4955-BF9D-A006B2FA9B55}"/>
              </a:ext>
            </a:extLst>
          </p:cNvPr>
          <p:cNvCxnSpPr/>
          <p:nvPr/>
        </p:nvCxnSpPr>
        <p:spPr>
          <a:xfrm>
            <a:off x="11381865" y="4839297"/>
            <a:ext cx="277866" cy="46311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D2DA5D-FADE-42FB-ACCA-77F90E5A4745}"/>
              </a:ext>
            </a:extLst>
          </p:cNvPr>
          <p:cNvCxnSpPr/>
          <p:nvPr/>
        </p:nvCxnSpPr>
        <p:spPr>
          <a:xfrm flipH="1">
            <a:off x="10826133" y="5302407"/>
            <a:ext cx="277866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492642-8A89-470A-A9D9-4C5D92B6F3BE}"/>
              </a:ext>
            </a:extLst>
          </p:cNvPr>
          <p:cNvCxnSpPr/>
          <p:nvPr/>
        </p:nvCxnSpPr>
        <p:spPr>
          <a:xfrm>
            <a:off x="11103999" y="5302407"/>
            <a:ext cx="277866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1F3FC2-BA80-48E3-A7DD-EB3EC0CDDC65}"/>
              </a:ext>
            </a:extLst>
          </p:cNvPr>
          <p:cNvCxnSpPr/>
          <p:nvPr/>
        </p:nvCxnSpPr>
        <p:spPr>
          <a:xfrm flipH="1">
            <a:off x="11196621" y="5858139"/>
            <a:ext cx="185244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59470BB-08ED-41B4-9EA6-64580B68A664}"/>
              </a:ext>
            </a:extLst>
          </p:cNvPr>
          <p:cNvCxnSpPr/>
          <p:nvPr/>
        </p:nvCxnSpPr>
        <p:spPr>
          <a:xfrm>
            <a:off x="11381865" y="5858139"/>
            <a:ext cx="370488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748C8EA-F32A-4125-BB04-74BFABFCB970}"/>
              </a:ext>
            </a:extLst>
          </p:cNvPr>
          <p:cNvSpPr/>
          <p:nvPr/>
        </p:nvSpPr>
        <p:spPr>
          <a:xfrm>
            <a:off x="11196621" y="4654053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3D1455-C28F-4833-8AE6-48379F1700DF}"/>
              </a:ext>
            </a:extLst>
          </p:cNvPr>
          <p:cNvSpPr/>
          <p:nvPr/>
        </p:nvSpPr>
        <p:spPr>
          <a:xfrm>
            <a:off x="10918755" y="5117163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8043B8-9EE1-4411-A901-E3348581B9F1}"/>
              </a:ext>
            </a:extLst>
          </p:cNvPr>
          <p:cNvSpPr/>
          <p:nvPr/>
        </p:nvSpPr>
        <p:spPr>
          <a:xfrm>
            <a:off x="11474487" y="5117163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AB901F-5083-468D-B4F9-415600424E8E}"/>
              </a:ext>
            </a:extLst>
          </p:cNvPr>
          <p:cNvSpPr/>
          <p:nvPr/>
        </p:nvSpPr>
        <p:spPr>
          <a:xfrm>
            <a:off x="10640889" y="5672895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88F3DB-89E6-4407-AACA-47874B249F52}"/>
              </a:ext>
            </a:extLst>
          </p:cNvPr>
          <p:cNvSpPr/>
          <p:nvPr/>
        </p:nvSpPr>
        <p:spPr>
          <a:xfrm>
            <a:off x="11196621" y="5672895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04FA83-1DF4-41A2-8A5D-F45E0E4CB270}"/>
              </a:ext>
            </a:extLst>
          </p:cNvPr>
          <p:cNvSpPr/>
          <p:nvPr/>
        </p:nvSpPr>
        <p:spPr>
          <a:xfrm>
            <a:off x="11011377" y="6228627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225F612-BBE1-4588-BA51-DFF9860BB82E}"/>
              </a:ext>
            </a:extLst>
          </p:cNvPr>
          <p:cNvSpPr/>
          <p:nvPr/>
        </p:nvSpPr>
        <p:spPr>
          <a:xfrm>
            <a:off x="11567109" y="6228627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E90583-BF09-4490-BADB-03FE7426EA76}"/>
              </a:ext>
            </a:extLst>
          </p:cNvPr>
          <p:cNvCxnSpPr/>
          <p:nvPr/>
        </p:nvCxnSpPr>
        <p:spPr>
          <a:xfrm flipH="1">
            <a:off x="10502598" y="2478336"/>
            <a:ext cx="277866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D8A69E6-5A5B-403C-9BA1-69386ED54DB1}"/>
              </a:ext>
            </a:extLst>
          </p:cNvPr>
          <p:cNvCxnSpPr/>
          <p:nvPr/>
        </p:nvCxnSpPr>
        <p:spPr>
          <a:xfrm>
            <a:off x="10780464" y="2478336"/>
            <a:ext cx="277866" cy="555732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AC05DE3-9049-4204-9F6E-89E9BA79B568}"/>
              </a:ext>
            </a:extLst>
          </p:cNvPr>
          <p:cNvCxnSpPr/>
          <p:nvPr/>
        </p:nvCxnSpPr>
        <p:spPr>
          <a:xfrm flipH="1">
            <a:off x="10224732" y="3034068"/>
            <a:ext cx="277866" cy="648354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E32AF7F-2A7B-4803-95C1-243D1565EB9D}"/>
              </a:ext>
            </a:extLst>
          </p:cNvPr>
          <p:cNvCxnSpPr/>
          <p:nvPr/>
        </p:nvCxnSpPr>
        <p:spPr>
          <a:xfrm>
            <a:off x="10502598" y="3034068"/>
            <a:ext cx="277866" cy="648354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42156A6-55A1-45CB-B680-D898E74B64B7}"/>
              </a:ext>
            </a:extLst>
          </p:cNvPr>
          <p:cNvSpPr/>
          <p:nvPr/>
        </p:nvSpPr>
        <p:spPr>
          <a:xfrm>
            <a:off x="10595220" y="2293092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82F12C-D83B-4473-A062-68C4B0E9B014}"/>
              </a:ext>
            </a:extLst>
          </p:cNvPr>
          <p:cNvSpPr/>
          <p:nvPr/>
        </p:nvSpPr>
        <p:spPr>
          <a:xfrm>
            <a:off x="10317354" y="2848824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815347D-DFA5-4129-9F81-61A7D16E94A6}"/>
              </a:ext>
            </a:extLst>
          </p:cNvPr>
          <p:cNvSpPr/>
          <p:nvPr/>
        </p:nvSpPr>
        <p:spPr>
          <a:xfrm>
            <a:off x="10873086" y="2848824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1C0239F-D294-4AB3-BA36-6971F1650D51}"/>
              </a:ext>
            </a:extLst>
          </p:cNvPr>
          <p:cNvSpPr/>
          <p:nvPr/>
        </p:nvSpPr>
        <p:spPr>
          <a:xfrm>
            <a:off x="10039488" y="3497178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B6C9D1F-109A-4984-A81E-6D265DFD36DB}"/>
              </a:ext>
            </a:extLst>
          </p:cNvPr>
          <p:cNvSpPr/>
          <p:nvPr/>
        </p:nvSpPr>
        <p:spPr>
          <a:xfrm>
            <a:off x="10595220" y="3497178"/>
            <a:ext cx="370488" cy="3704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B6B6438-284B-469C-8A13-8B3BD4613282}"/>
              </a:ext>
            </a:extLst>
          </p:cNvPr>
          <p:cNvSpPr/>
          <p:nvPr/>
        </p:nvSpPr>
        <p:spPr>
          <a:xfrm rot="773021">
            <a:off x="11785450" y="1906125"/>
            <a:ext cx="1804150" cy="2571796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E2E6FAB-F512-492D-BD64-A56BDDA08E9A}"/>
              </a:ext>
            </a:extLst>
          </p:cNvPr>
          <p:cNvGrpSpPr/>
          <p:nvPr/>
        </p:nvGrpSpPr>
        <p:grpSpPr>
          <a:xfrm flipH="1">
            <a:off x="12077172" y="2200470"/>
            <a:ext cx="1296708" cy="1945062"/>
            <a:chOff x="9692640" y="2513426"/>
            <a:chExt cx="2560320" cy="384048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7C8158E-3FAE-49A2-9E90-73FB8E69008F}"/>
                </a:ext>
              </a:extLst>
            </p:cNvPr>
            <p:cNvCxnSpPr/>
            <p:nvPr/>
          </p:nvCxnSpPr>
          <p:spPr>
            <a:xfrm flipH="1">
              <a:off x="10607040" y="2879186"/>
              <a:ext cx="548640" cy="91440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8B24899-4ADE-4274-8BCE-228F68CB6DB7}"/>
                </a:ext>
              </a:extLst>
            </p:cNvPr>
            <p:cNvCxnSpPr/>
            <p:nvPr/>
          </p:nvCxnSpPr>
          <p:spPr>
            <a:xfrm>
              <a:off x="11155680" y="2879186"/>
              <a:ext cx="548640" cy="91440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6828CF1-4CD8-4164-B658-C3EC070FE1F0}"/>
                </a:ext>
              </a:extLst>
            </p:cNvPr>
            <p:cNvCxnSpPr/>
            <p:nvPr/>
          </p:nvCxnSpPr>
          <p:spPr>
            <a:xfrm flipH="1">
              <a:off x="10058400" y="3793586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F871AD8-CE98-40BC-B2A4-7AC0CE6D13E0}"/>
                </a:ext>
              </a:extLst>
            </p:cNvPr>
            <p:cNvCxnSpPr/>
            <p:nvPr/>
          </p:nvCxnSpPr>
          <p:spPr>
            <a:xfrm>
              <a:off x="10607040" y="3793586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7425315-E575-474C-A10E-F819FB432A46}"/>
                </a:ext>
              </a:extLst>
            </p:cNvPr>
            <p:cNvCxnSpPr/>
            <p:nvPr/>
          </p:nvCxnSpPr>
          <p:spPr>
            <a:xfrm flipH="1">
              <a:off x="10789920" y="4890866"/>
              <a:ext cx="36576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C4907E8-D510-4546-9A15-6F985BD35256}"/>
                </a:ext>
              </a:extLst>
            </p:cNvPr>
            <p:cNvCxnSpPr/>
            <p:nvPr/>
          </p:nvCxnSpPr>
          <p:spPr>
            <a:xfrm>
              <a:off x="11155680" y="4890866"/>
              <a:ext cx="73152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5200455-C45F-4859-9B9E-FD526C3C398E}"/>
                </a:ext>
              </a:extLst>
            </p:cNvPr>
            <p:cNvSpPr/>
            <p:nvPr/>
          </p:nvSpPr>
          <p:spPr>
            <a:xfrm>
              <a:off x="10789920" y="251342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A4334AC-3882-4712-89BE-E5FCF030B14C}"/>
                </a:ext>
              </a:extLst>
            </p:cNvPr>
            <p:cNvSpPr/>
            <p:nvPr/>
          </p:nvSpPr>
          <p:spPr>
            <a:xfrm>
              <a:off x="10241280" y="342782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1C59036-BC07-4E5C-B451-EFFCA51C16B7}"/>
                </a:ext>
              </a:extLst>
            </p:cNvPr>
            <p:cNvSpPr/>
            <p:nvPr/>
          </p:nvSpPr>
          <p:spPr>
            <a:xfrm>
              <a:off x="11338560" y="342782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10F4CC5-A8E3-42B4-82DC-8461DF11ED95}"/>
                </a:ext>
              </a:extLst>
            </p:cNvPr>
            <p:cNvSpPr/>
            <p:nvPr/>
          </p:nvSpPr>
          <p:spPr>
            <a:xfrm>
              <a:off x="9692640" y="452510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D7CB48D-E5A2-4E9E-9A39-BFC1BD720163}"/>
                </a:ext>
              </a:extLst>
            </p:cNvPr>
            <p:cNvSpPr/>
            <p:nvPr/>
          </p:nvSpPr>
          <p:spPr>
            <a:xfrm>
              <a:off x="10789920" y="452510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6AEB44E-B6A2-4CF3-B477-22ABB5D29EE7}"/>
                </a:ext>
              </a:extLst>
            </p:cNvPr>
            <p:cNvSpPr/>
            <p:nvPr/>
          </p:nvSpPr>
          <p:spPr>
            <a:xfrm>
              <a:off x="10424160" y="562238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4517CC8-AE2F-49CE-8440-5AF64AB3D26E}"/>
                </a:ext>
              </a:extLst>
            </p:cNvPr>
            <p:cNvSpPr/>
            <p:nvPr/>
          </p:nvSpPr>
          <p:spPr>
            <a:xfrm>
              <a:off x="11521440" y="5622386"/>
              <a:ext cx="731520" cy="7315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254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 fontScale="70000" lnSpcReduction="20000"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220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C03B-0BCE-4FAD-A02D-2AA1DD48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Bài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841F4-2085-4A92-B2F4-5B6590DA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Cho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viên bi: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,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hộp, mỗi hộp ban đầu chứa đúng một viên bi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truy vấn: Mỗi truy vấn cho bởi hai viên bi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Trả lời: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có thuộc hai hộp khác nhau hay không</a:t>
                </a:r>
              </a:p>
              <a:p>
                <a:pPr lvl="1"/>
                <a:r>
                  <a:rPr lang="en-US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thuộc hai hộp khác nhau, những viên bi trong hai hộp đó được dồn vào một hộp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841F4-2085-4A92-B2F4-5B6590DA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42" b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5D03C-CF1D-48B1-AD15-407E62B9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4628-7D8C-493A-8D96-B680FD04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Thuật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4FEFD-5236-41F7-B6D6-B9567B3150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/>
                  <a:t>Khởi tạo: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hộp, mỗi hộp gồm 1 viên bi</a:t>
                </a:r>
              </a:p>
              <a:p>
                <a:r>
                  <a:rPr lang="en-US"/>
                  <a:t>Truy vấn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/>
                  <a:t>:</a:t>
                </a:r>
              </a:p>
              <a:p>
                <a:pPr lvl="1"/>
                <a:r>
                  <a:rPr lang="en-US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b="0" i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thuộc cùng 1 hộp </a:t>
                </a:r>
                <a:r>
                  <a:rPr lang="en-US">
                    <a:sym typeface="Wingdings" panose="05000000000000000000" pitchFamily="2" charset="2"/>
                  </a:rPr>
                  <a:t> bỏ qua</a:t>
                </a:r>
              </a:p>
              <a:p>
                <a:pPr lvl="1"/>
                <a:r>
                  <a:rPr lang="en-US">
                    <a:sym typeface="Wingdings" panose="05000000000000000000" pitchFamily="2" charset="2"/>
                  </a:rPr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thuộc hai hộp khác nhau </a:t>
                </a:r>
                <a:r>
                  <a:rPr lang="en-US">
                    <a:sym typeface="Wingdings" panose="05000000000000000000" pitchFamily="2" charset="2"/>
                  </a:rPr>
                  <a:t> hợp nhất hộp chứa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</m:oMath>
                </a14:m>
                <a:r>
                  <a:rPr lang="en-US"/>
                  <a:t> và tập chứa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;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4FEFD-5236-41F7-B6D6-B9567B315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8" b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DB383-C27F-432D-9E02-F235811E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5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62BC-5652-5927-2F04-A7F845DA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F31EC8-F74D-00BB-32C8-40917F45361B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CFEEAB-FCC8-6427-8C23-6601E1C0FD7D}"/>
              </a:ext>
            </a:extLst>
          </p:cNvPr>
          <p:cNvCxnSpPr>
            <a:cxnSpLocks/>
          </p:cNvCxnSpPr>
          <p:nvPr/>
        </p:nvCxnSpPr>
        <p:spPr>
          <a:xfrm flipV="1">
            <a:off x="10363200" y="4419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BEC82B9-87DB-28E5-90E5-28523C476847}"/>
              </a:ext>
            </a:extLst>
          </p:cNvPr>
          <p:cNvCxnSpPr>
            <a:cxnSpLocks/>
          </p:cNvCxnSpPr>
          <p:nvPr/>
        </p:nvCxnSpPr>
        <p:spPr>
          <a:xfrm flipV="1">
            <a:off x="11887200" y="2895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635C228-77BC-9C56-1BCB-F86498929956}"/>
              </a:ext>
            </a:extLst>
          </p:cNvPr>
          <p:cNvCxnSpPr>
            <a:cxnSpLocks/>
          </p:cNvCxnSpPr>
          <p:nvPr/>
        </p:nvCxnSpPr>
        <p:spPr>
          <a:xfrm>
            <a:off x="11887200" y="4419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CF4C1C0-FFE7-2D9E-6945-A008590343DD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81B6C22-D069-E0E2-7426-B6FBCBD0663F}"/>
              </a:ext>
            </a:extLst>
          </p:cNvPr>
          <p:cNvCxnSpPr>
            <a:cxnSpLocks/>
          </p:cNvCxnSpPr>
          <p:nvPr/>
        </p:nvCxnSpPr>
        <p:spPr>
          <a:xfrm flipH="1">
            <a:off x="11887200" y="5943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67B3E5-D735-0872-3E9D-6DA3C5EDA27D}"/>
              </a:ext>
            </a:extLst>
          </p:cNvPr>
          <p:cNvCxnSpPr>
            <a:cxnSpLocks/>
          </p:cNvCxnSpPr>
          <p:nvPr/>
        </p:nvCxnSpPr>
        <p:spPr>
          <a:xfrm flipV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05E45A8-728C-9157-24DC-B1A59DB24FC8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491EF2F-8F4C-69B9-EFEE-7627ACB3509F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DC7472-E994-E31F-FCB7-7FBF92BF0931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4A7F9C-6F80-3E4A-C54E-D0464CE4E7C4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A02B865-4FFD-AC11-B61B-EEF9BE406908}"/>
              </a:ext>
            </a:extLst>
          </p:cNvPr>
          <p:cNvCxnSpPr>
            <a:cxnSpLocks/>
          </p:cNvCxnSpPr>
          <p:nvPr/>
        </p:nvCxnSpPr>
        <p:spPr>
          <a:xfrm flipV="1">
            <a:off x="10363200" y="1371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8F211E-1EE4-A71A-29E0-792701FD9CE5}"/>
              </a:ext>
            </a:extLst>
          </p:cNvPr>
          <p:cNvCxnSpPr>
            <a:cxnSpLocks/>
          </p:cNvCxnSpPr>
          <p:nvPr/>
        </p:nvCxnSpPr>
        <p:spPr>
          <a:xfrm flipH="1">
            <a:off x="11887200" y="2895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BEE733-D909-DEA4-34EC-89CC99D2B3C6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9DB474B-18D3-B150-266F-38FA1B554398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90F336A-F878-6577-230E-02235535E076}"/>
              </a:ext>
            </a:extLst>
          </p:cNvPr>
          <p:cNvCxnSpPr>
            <a:cxnSpLocks/>
          </p:cNvCxnSpPr>
          <p:nvPr/>
        </p:nvCxnSpPr>
        <p:spPr>
          <a:xfrm flipH="1"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138CBEF-395C-DE50-7FDA-9A1BB325CF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8DD526-9A31-6E92-1FA3-43A82DE52747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F7A0BC4-13E4-C4F2-285D-3567B1F8B8B2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DBF0171-AC69-2AF0-8892-0479A6CA25F6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B91E7BC-E2A8-BB4F-C193-0DC1E5388B49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0AA8E42-E58B-CE59-0942-F7ECE0B13265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BFBC34E-045E-9B7A-FC05-2EEBC8CA090B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D6DFA93-B0BF-FA3E-ED8C-BECA6609C43E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A3FF97-2A31-653E-81B5-ABB195881FB4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8291920-A810-8CE3-4DCD-DC284A1EFF7E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E9F5E92-F5D5-8156-26A2-E7C0D7A09885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96E266B-C0DB-DF9E-0F47-707B4A7CCCCC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67C19C4-72BD-5FC5-A655-55C8400F719C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11477D2-FDF0-A80A-A7CA-FDFF393698FA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AD7A87D-C81F-70AB-43F8-6F7190A1D30C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HK">
            <a:extLst>
              <a:ext uri="{FF2B5EF4-FFF2-40B4-BE49-F238E27FC236}">
                <a16:creationId xmlns:a16="http://schemas.microsoft.com/office/drawing/2014/main" id="{2AB467CF-D40D-C885-AF6E-0311731AEBC6}"/>
              </a:ext>
            </a:extLst>
          </p:cNvPr>
          <p:cNvSpPr/>
          <p:nvPr/>
        </p:nvSpPr>
        <p:spPr>
          <a:xfrm flipV="1">
            <a:off x="11430000" y="3962400"/>
            <a:ext cx="2438399" cy="2438278"/>
          </a:xfrm>
          <a:custGeom>
            <a:avLst/>
            <a:gdLst>
              <a:gd name="csX0" fmla="*/ 2324673 w 2438399"/>
              <a:gd name="csY0" fmla="*/ 2324644 h 2438278"/>
              <a:gd name="csX1" fmla="*/ 2324673 w 2438399"/>
              <a:gd name="csY1" fmla="*/ 1775394 h 2438278"/>
              <a:gd name="csX2" fmla="*/ 662941 w 2438399"/>
              <a:gd name="csY2" fmla="*/ 113629 h 2438278"/>
              <a:gd name="csX3" fmla="*/ 113729 w 2438399"/>
              <a:gd name="csY3" fmla="*/ 113629 h 2438278"/>
              <a:gd name="csX4" fmla="*/ 113729 w 2438399"/>
              <a:gd name="csY4" fmla="*/ 662888 h 2438278"/>
              <a:gd name="csX5" fmla="*/ 1775461 w 2438399"/>
              <a:gd name="csY5" fmla="*/ 2324644 h 2438278"/>
              <a:gd name="csX6" fmla="*/ 2324673 w 2438399"/>
              <a:gd name="csY6" fmla="*/ 2324644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399" h="2438278">
                <a:moveTo>
                  <a:pt x="2324673" y="2324644"/>
                </a:moveTo>
                <a:cubicBezTo>
                  <a:pt x="2476311" y="2172968"/>
                  <a:pt x="2476311" y="1927061"/>
                  <a:pt x="2324673" y="1775394"/>
                </a:cubicBezTo>
                <a:lnTo>
                  <a:pt x="662941" y="113629"/>
                </a:lnTo>
                <a:cubicBezTo>
                  <a:pt x="511303" y="-38003"/>
                  <a:pt x="265081" y="-37746"/>
                  <a:pt x="113729" y="113629"/>
                </a:cubicBezTo>
                <a:cubicBezTo>
                  <a:pt x="-37908" y="265304"/>
                  <a:pt x="-37908" y="511213"/>
                  <a:pt x="113729" y="662888"/>
                </a:cubicBezTo>
                <a:lnTo>
                  <a:pt x="1775461" y="2324644"/>
                </a:lnTo>
                <a:cubicBezTo>
                  <a:pt x="1926937" y="2476158"/>
                  <a:pt x="2173197" y="2476158"/>
                  <a:pt x="2324673" y="232464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E142DC0-4133-C8FA-616E-484D489A52AB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EJ">
            <a:extLst>
              <a:ext uri="{FF2B5EF4-FFF2-40B4-BE49-F238E27FC236}">
                <a16:creationId xmlns:a16="http://schemas.microsoft.com/office/drawing/2014/main" id="{B7CC687F-E1C0-3305-9192-8AB06D573FFE}"/>
              </a:ext>
            </a:extLst>
          </p:cNvPr>
          <p:cNvSpPr/>
          <p:nvPr/>
        </p:nvSpPr>
        <p:spPr>
          <a:xfrm>
            <a:off x="8382000" y="3962400"/>
            <a:ext cx="2438400" cy="2438400"/>
          </a:xfrm>
          <a:custGeom>
            <a:avLst/>
            <a:gdLst>
              <a:gd name="csX0" fmla="*/ 661741 w 2438400"/>
              <a:gd name="csY0" fmla="*/ 113528 h 2438278"/>
              <a:gd name="csX1" fmla="*/ 2323473 w 2438400"/>
              <a:gd name="csY1" fmla="*/ 1775212 h 2438278"/>
              <a:gd name="csX2" fmla="*/ 2323473 w 2438400"/>
              <a:gd name="csY2" fmla="*/ 2324433 h 2438278"/>
              <a:gd name="csX3" fmla="*/ 1774261 w 2438400"/>
              <a:gd name="csY3" fmla="*/ 2324433 h 2438278"/>
              <a:gd name="csX4" fmla="*/ 112529 w 2438400"/>
              <a:gd name="csY4" fmla="*/ 662759 h 2438278"/>
              <a:gd name="csX5" fmla="*/ 112529 w 2438400"/>
              <a:gd name="csY5" fmla="*/ 113528 h 2438278"/>
              <a:gd name="csX6" fmla="*/ 661741 w 2438400"/>
              <a:gd name="csY6" fmla="*/ 113528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400" h="2438278">
                <a:moveTo>
                  <a:pt x="661741" y="113528"/>
                </a:moveTo>
                <a:lnTo>
                  <a:pt x="2323473" y="1775212"/>
                </a:lnTo>
                <a:cubicBezTo>
                  <a:pt x="2475110" y="1926869"/>
                  <a:pt x="2475110" y="2172767"/>
                  <a:pt x="2323473" y="2324433"/>
                </a:cubicBezTo>
                <a:cubicBezTo>
                  <a:pt x="2171835" y="2476100"/>
                  <a:pt x="1925898" y="2476100"/>
                  <a:pt x="1774261" y="2324433"/>
                </a:cubicBezTo>
                <a:lnTo>
                  <a:pt x="112529" y="662759"/>
                </a:lnTo>
                <a:cubicBezTo>
                  <a:pt x="-39108" y="511092"/>
                  <a:pt x="-39108" y="265195"/>
                  <a:pt x="112529" y="113528"/>
                </a:cubicBezTo>
                <a:cubicBezTo>
                  <a:pt x="263881" y="-37841"/>
                  <a:pt x="510103" y="-38098"/>
                  <a:pt x="661741" y="11352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DA78FB1-3039-4BBD-C8EE-B33C03F7D772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BC">
            <a:extLst>
              <a:ext uri="{FF2B5EF4-FFF2-40B4-BE49-F238E27FC236}">
                <a16:creationId xmlns:a16="http://schemas.microsoft.com/office/drawing/2014/main" id="{22D1DA54-6EE2-237A-1356-5B7854D74470}"/>
              </a:ext>
            </a:extLst>
          </p:cNvPr>
          <p:cNvSpPr/>
          <p:nvPr/>
        </p:nvSpPr>
        <p:spPr>
          <a:xfrm>
            <a:off x="9906000" y="2438400"/>
            <a:ext cx="2438400" cy="914400"/>
          </a:xfrm>
          <a:custGeom>
            <a:avLst/>
            <a:gdLst>
              <a:gd name="csX0" fmla="*/ -1039 w 2438400"/>
              <a:gd name="csY0" fmla="*/ 456945 h 914400"/>
              <a:gd name="csX1" fmla="*/ 456161 w 2438400"/>
              <a:gd name="csY1" fmla="*/ -255 h 914400"/>
              <a:gd name="csX2" fmla="*/ 1980161 w 2438400"/>
              <a:gd name="csY2" fmla="*/ -255 h 914400"/>
              <a:gd name="csX3" fmla="*/ 2437361 w 2438400"/>
              <a:gd name="csY3" fmla="*/ 456945 h 914400"/>
              <a:gd name="csX4" fmla="*/ 2437361 w 2438400"/>
              <a:gd name="csY4" fmla="*/ 456945 h 914400"/>
              <a:gd name="csX5" fmla="*/ 1980161 w 2438400"/>
              <a:gd name="csY5" fmla="*/ 914145 h 914400"/>
              <a:gd name="csX6" fmla="*/ 456161 w 2438400"/>
              <a:gd name="csY6" fmla="*/ 914145 h 914400"/>
              <a:gd name="csX7" fmla="*/ -1039 w 2438400"/>
              <a:gd name="csY7" fmla="*/ 456945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38400" h="914400">
                <a:moveTo>
                  <a:pt x="-1039" y="456945"/>
                </a:moveTo>
                <a:cubicBezTo>
                  <a:pt x="-1039" y="204437"/>
                  <a:pt x="203653" y="-255"/>
                  <a:pt x="456161" y="-255"/>
                </a:cubicBezTo>
                <a:lnTo>
                  <a:pt x="1980161" y="-255"/>
                </a:lnTo>
                <a:cubicBezTo>
                  <a:pt x="2232669" y="-255"/>
                  <a:pt x="2437361" y="204437"/>
                  <a:pt x="2437361" y="456945"/>
                </a:cubicBezTo>
                <a:lnTo>
                  <a:pt x="2437361" y="456945"/>
                </a:lnTo>
                <a:cubicBezTo>
                  <a:pt x="2437361" y="709453"/>
                  <a:pt x="2232669" y="914145"/>
                  <a:pt x="1980161" y="914145"/>
                </a:cubicBezTo>
                <a:lnTo>
                  <a:pt x="456161" y="914145"/>
                </a:lnTo>
                <a:cubicBezTo>
                  <a:pt x="203653" y="914145"/>
                  <a:pt x="-1039" y="709453"/>
                  <a:pt x="-1039" y="45694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257FB35-6DCC-775C-00B2-82037241D5E8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AD">
            <a:extLst>
              <a:ext uri="{FF2B5EF4-FFF2-40B4-BE49-F238E27FC236}">
                <a16:creationId xmlns:a16="http://schemas.microsoft.com/office/drawing/2014/main" id="{42B8A4F5-93E2-672B-9F82-46917646BA1B}"/>
              </a:ext>
            </a:extLst>
          </p:cNvPr>
          <p:cNvSpPr/>
          <p:nvPr/>
        </p:nvSpPr>
        <p:spPr>
          <a:xfrm>
            <a:off x="11430000" y="914400"/>
            <a:ext cx="2438400" cy="2438400"/>
          </a:xfrm>
          <a:custGeom>
            <a:avLst/>
            <a:gdLst>
              <a:gd name="csX0" fmla="*/ 661741 w 2438400"/>
              <a:gd name="csY0" fmla="*/ 113528 h 2438278"/>
              <a:gd name="csX1" fmla="*/ 2323473 w 2438400"/>
              <a:gd name="csY1" fmla="*/ 1775212 h 2438278"/>
              <a:gd name="csX2" fmla="*/ 2323473 w 2438400"/>
              <a:gd name="csY2" fmla="*/ 2324433 h 2438278"/>
              <a:gd name="csX3" fmla="*/ 1774261 w 2438400"/>
              <a:gd name="csY3" fmla="*/ 2324433 h 2438278"/>
              <a:gd name="csX4" fmla="*/ 112529 w 2438400"/>
              <a:gd name="csY4" fmla="*/ 662759 h 2438278"/>
              <a:gd name="csX5" fmla="*/ 112529 w 2438400"/>
              <a:gd name="csY5" fmla="*/ 113528 h 2438278"/>
              <a:gd name="csX6" fmla="*/ 661741 w 2438400"/>
              <a:gd name="csY6" fmla="*/ 113528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400" h="2438278">
                <a:moveTo>
                  <a:pt x="661741" y="113528"/>
                </a:moveTo>
                <a:lnTo>
                  <a:pt x="2323473" y="1775212"/>
                </a:lnTo>
                <a:cubicBezTo>
                  <a:pt x="2475110" y="1926869"/>
                  <a:pt x="2475110" y="2172767"/>
                  <a:pt x="2323473" y="2324433"/>
                </a:cubicBezTo>
                <a:cubicBezTo>
                  <a:pt x="2171835" y="2476100"/>
                  <a:pt x="1925898" y="2476100"/>
                  <a:pt x="1774261" y="2324433"/>
                </a:cubicBezTo>
                <a:lnTo>
                  <a:pt x="112529" y="662759"/>
                </a:lnTo>
                <a:cubicBezTo>
                  <a:pt x="-39108" y="511092"/>
                  <a:pt x="-39108" y="265195"/>
                  <a:pt x="112529" y="113528"/>
                </a:cubicBezTo>
                <a:cubicBezTo>
                  <a:pt x="263881" y="-37841"/>
                  <a:pt x="510103" y="-38098"/>
                  <a:pt x="661741" y="11352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B6D8285-44CB-03F6-AFB8-4FA5325CDB4D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094960F-ED2A-4F07-9362-93D07999FA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9C17A1-B780-486B-AA2C-81D647B53DE1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564932A-5CEC-BF4B-C8D4-90878A1598CB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3AE6728C-1D97-5978-6FA5-3E9C5E6BDB3B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A0F868A8-A7C8-28CE-E66C-562DEE3E3230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Nodes">
            <a:extLst>
              <a:ext uri="{FF2B5EF4-FFF2-40B4-BE49-F238E27FC236}">
                <a16:creationId xmlns:a16="http://schemas.microsoft.com/office/drawing/2014/main" id="{6736D716-1F58-9BA6-C6BF-3AB56867B6F7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861F335-C074-4FA2-AC30-BB546312E34E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4DAC38-7222-459D-906B-D4E26AF65C14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B425F25-3BA8-4135-B8F8-1EF1A74409BC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60DCCF8-71F8-4984-BDFD-B02F2363BDA7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BFEF145-AFF5-4E55-97C5-E9CEF992BAED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FAC05E0-0974-4CF7-8A85-F1EE33084326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C6FB54A-EC5B-4E5F-BF31-8178688C588D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52010C5-F2A8-45BA-82BB-39754560133B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E50E7DF-8CD9-4B06-BD03-20D002BB8C4F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5F79C43-05D6-4136-9828-32F449AB1CB7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768C25F-84CE-4A10-9D9A-6F8B633CB613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61A8FB4-AFF3-486C-A799-D1EE2E08B743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386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CBC6-F701-D6FB-98AA-C4703D8E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CF">
            <a:extLst>
              <a:ext uri="{FF2B5EF4-FFF2-40B4-BE49-F238E27FC236}">
                <a16:creationId xmlns:a16="http://schemas.microsoft.com/office/drawing/2014/main" id="{39DFED90-1B52-2778-42DD-6513AB2EAFF6}"/>
              </a:ext>
            </a:extLst>
          </p:cNvPr>
          <p:cNvSpPr/>
          <p:nvPr/>
        </p:nvSpPr>
        <p:spPr>
          <a:xfrm>
            <a:off x="9906001" y="2438401"/>
            <a:ext cx="2438400" cy="2438400"/>
          </a:xfrm>
          <a:custGeom>
            <a:avLst/>
            <a:gdLst>
              <a:gd name="csX0" fmla="*/ 142819 w 2701179"/>
              <a:gd name="csY0" fmla="*/ 143572 h 2701179"/>
              <a:gd name="csX1" fmla="*/ 1209619 w 2701179"/>
              <a:gd name="csY1" fmla="*/ 143572 h 2701179"/>
              <a:gd name="csX2" fmla="*/ 2581220 w 2701179"/>
              <a:gd name="csY2" fmla="*/ 143572 h 2701179"/>
              <a:gd name="csX3" fmla="*/ 2581220 w 2701179"/>
              <a:gd name="csY3" fmla="*/ 829372 h 2701179"/>
              <a:gd name="csX4" fmla="*/ 942919 w 2701179"/>
              <a:gd name="csY4" fmla="*/ 943672 h 2701179"/>
              <a:gd name="csX5" fmla="*/ 828619 w 2701179"/>
              <a:gd name="csY5" fmla="*/ 2581972 h 2701179"/>
              <a:gd name="csX6" fmla="*/ 142819 w 2701179"/>
              <a:gd name="csY6" fmla="*/ 2581972 h 2701179"/>
              <a:gd name="csX7" fmla="*/ 142819 w 2701179"/>
              <a:gd name="csY7" fmla="*/ 1210372 h 2701179"/>
              <a:gd name="csX8" fmla="*/ 142819 w 2701179"/>
              <a:gd name="csY8" fmla="*/ 143572 h 2701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01179" h="2701179">
                <a:moveTo>
                  <a:pt x="142819" y="143572"/>
                </a:moveTo>
                <a:cubicBezTo>
                  <a:pt x="394270" y="-107879"/>
                  <a:pt x="854023" y="143572"/>
                  <a:pt x="1209619" y="143572"/>
                </a:cubicBezTo>
                <a:cubicBezTo>
                  <a:pt x="1666819" y="143572"/>
                  <a:pt x="2257942" y="-179717"/>
                  <a:pt x="2581220" y="143572"/>
                </a:cubicBezTo>
                <a:cubicBezTo>
                  <a:pt x="2742858" y="305221"/>
                  <a:pt x="2737144" y="662199"/>
                  <a:pt x="2581220" y="829372"/>
                </a:cubicBezTo>
                <a:cubicBezTo>
                  <a:pt x="2207840" y="1229708"/>
                  <a:pt x="1330016" y="556585"/>
                  <a:pt x="942919" y="943672"/>
                </a:cubicBezTo>
                <a:cubicBezTo>
                  <a:pt x="555833" y="1330759"/>
                  <a:pt x="1228955" y="2208592"/>
                  <a:pt x="828619" y="2581972"/>
                </a:cubicBezTo>
                <a:cubicBezTo>
                  <a:pt x="661446" y="2737887"/>
                  <a:pt x="304468" y="2743621"/>
                  <a:pt x="142819" y="2581972"/>
                </a:cubicBezTo>
                <a:cubicBezTo>
                  <a:pt x="-180468" y="2258684"/>
                  <a:pt x="142819" y="1667572"/>
                  <a:pt x="142819" y="1210372"/>
                </a:cubicBezTo>
                <a:cubicBezTo>
                  <a:pt x="142819" y="854775"/>
                  <a:pt x="-108631" y="395022"/>
                  <a:pt x="142819" y="14357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68" name="EIJ">
            <a:extLst>
              <a:ext uri="{FF2B5EF4-FFF2-40B4-BE49-F238E27FC236}">
                <a16:creationId xmlns:a16="http://schemas.microsoft.com/office/drawing/2014/main" id="{2A2B8494-C848-F51C-F1C4-96E0E0AECA48}"/>
              </a:ext>
            </a:extLst>
          </p:cNvPr>
          <p:cNvSpPr/>
          <p:nvPr/>
        </p:nvSpPr>
        <p:spPr>
          <a:xfrm>
            <a:off x="8382000" y="3962400"/>
            <a:ext cx="2416110" cy="2416143"/>
          </a:xfrm>
          <a:custGeom>
            <a:avLst/>
            <a:gdLst>
              <a:gd name="csX0" fmla="*/ 128199 w 2416110"/>
              <a:gd name="csY0" fmla="*/ 96394 h 2416143"/>
              <a:gd name="csX1" fmla="*/ 675770 w 2416110"/>
              <a:gd name="csY1" fmla="*/ 96394 h 2416143"/>
              <a:gd name="csX2" fmla="*/ 2318481 w 2416110"/>
              <a:gd name="csY2" fmla="*/ 1739106 h 2416143"/>
              <a:gd name="csX3" fmla="*/ 2318481 w 2416110"/>
              <a:gd name="csY3" fmla="*/ 2286676 h 2416143"/>
              <a:gd name="csX4" fmla="*/ 1086447 w 2416110"/>
              <a:gd name="csY4" fmla="*/ 2286676 h 2416143"/>
              <a:gd name="csX5" fmla="*/ 128199 w 2416110"/>
              <a:gd name="csY5" fmla="*/ 2286676 h 2416143"/>
              <a:gd name="csX6" fmla="*/ 128199 w 2416110"/>
              <a:gd name="csY6" fmla="*/ 1328428 h 2416143"/>
              <a:gd name="csX7" fmla="*/ 128199 w 2416110"/>
              <a:gd name="csY7" fmla="*/ 96394 h 2416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16110" h="2416143">
                <a:moveTo>
                  <a:pt x="128199" y="96394"/>
                </a:moveTo>
                <a:cubicBezTo>
                  <a:pt x="257263" y="-32670"/>
                  <a:pt x="546705" y="-32670"/>
                  <a:pt x="675770" y="96394"/>
                </a:cubicBezTo>
                <a:lnTo>
                  <a:pt x="2318481" y="1739106"/>
                </a:lnTo>
                <a:cubicBezTo>
                  <a:pt x="2447502" y="1868170"/>
                  <a:pt x="2447502" y="2157612"/>
                  <a:pt x="2318481" y="2286676"/>
                </a:cubicBezTo>
                <a:cubicBezTo>
                  <a:pt x="2028098" y="2577068"/>
                  <a:pt x="1497125" y="2286676"/>
                  <a:pt x="1086447" y="2286676"/>
                </a:cubicBezTo>
                <a:cubicBezTo>
                  <a:pt x="767034" y="2286676"/>
                  <a:pt x="354063" y="2512541"/>
                  <a:pt x="128199" y="2286676"/>
                </a:cubicBezTo>
                <a:cubicBezTo>
                  <a:pt x="-97665" y="2060812"/>
                  <a:pt x="128199" y="1647841"/>
                  <a:pt x="128199" y="1328428"/>
                </a:cubicBezTo>
                <a:cubicBezTo>
                  <a:pt x="128199" y="917750"/>
                  <a:pt x="-162193" y="386786"/>
                  <a:pt x="128199" y="9639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69" name="HKL">
            <a:extLst>
              <a:ext uri="{FF2B5EF4-FFF2-40B4-BE49-F238E27FC236}">
                <a16:creationId xmlns:a16="http://schemas.microsoft.com/office/drawing/2014/main" id="{174F5970-A1A7-1A90-3B68-4B40B9B378C4}"/>
              </a:ext>
            </a:extLst>
          </p:cNvPr>
          <p:cNvSpPr/>
          <p:nvPr/>
        </p:nvSpPr>
        <p:spPr>
          <a:xfrm flipH="1">
            <a:off x="11430000" y="3962400"/>
            <a:ext cx="2416110" cy="2416143"/>
          </a:xfrm>
          <a:custGeom>
            <a:avLst/>
            <a:gdLst>
              <a:gd name="csX0" fmla="*/ 128199 w 2416110"/>
              <a:gd name="csY0" fmla="*/ 96394 h 2416143"/>
              <a:gd name="csX1" fmla="*/ 675770 w 2416110"/>
              <a:gd name="csY1" fmla="*/ 96394 h 2416143"/>
              <a:gd name="csX2" fmla="*/ 2318481 w 2416110"/>
              <a:gd name="csY2" fmla="*/ 1739106 h 2416143"/>
              <a:gd name="csX3" fmla="*/ 2318481 w 2416110"/>
              <a:gd name="csY3" fmla="*/ 2286676 h 2416143"/>
              <a:gd name="csX4" fmla="*/ 1086447 w 2416110"/>
              <a:gd name="csY4" fmla="*/ 2286676 h 2416143"/>
              <a:gd name="csX5" fmla="*/ 128199 w 2416110"/>
              <a:gd name="csY5" fmla="*/ 2286676 h 2416143"/>
              <a:gd name="csX6" fmla="*/ 128199 w 2416110"/>
              <a:gd name="csY6" fmla="*/ 1328428 h 2416143"/>
              <a:gd name="csX7" fmla="*/ 128199 w 2416110"/>
              <a:gd name="csY7" fmla="*/ 96394 h 2416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16110" h="2416143">
                <a:moveTo>
                  <a:pt x="128199" y="96394"/>
                </a:moveTo>
                <a:cubicBezTo>
                  <a:pt x="257263" y="-32670"/>
                  <a:pt x="546705" y="-32670"/>
                  <a:pt x="675770" y="96394"/>
                </a:cubicBezTo>
                <a:lnTo>
                  <a:pt x="2318481" y="1739106"/>
                </a:lnTo>
                <a:cubicBezTo>
                  <a:pt x="2447502" y="1868170"/>
                  <a:pt x="2447502" y="2157612"/>
                  <a:pt x="2318481" y="2286676"/>
                </a:cubicBezTo>
                <a:cubicBezTo>
                  <a:pt x="2028098" y="2577068"/>
                  <a:pt x="1497125" y="2286676"/>
                  <a:pt x="1086447" y="2286676"/>
                </a:cubicBezTo>
                <a:cubicBezTo>
                  <a:pt x="767034" y="2286676"/>
                  <a:pt x="354063" y="2512541"/>
                  <a:pt x="128199" y="2286676"/>
                </a:cubicBezTo>
                <a:cubicBezTo>
                  <a:pt x="-97665" y="2060812"/>
                  <a:pt x="128199" y="1647841"/>
                  <a:pt x="128199" y="1328428"/>
                </a:cubicBezTo>
                <a:cubicBezTo>
                  <a:pt x="128199" y="917750"/>
                  <a:pt x="-162193" y="386786"/>
                  <a:pt x="128199" y="9639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185" name="HK">
            <a:extLst>
              <a:ext uri="{FF2B5EF4-FFF2-40B4-BE49-F238E27FC236}">
                <a16:creationId xmlns:a16="http://schemas.microsoft.com/office/drawing/2014/main" id="{F03F6A71-A404-23C7-490B-042544CF55BD}"/>
              </a:ext>
            </a:extLst>
          </p:cNvPr>
          <p:cNvSpPr/>
          <p:nvPr/>
        </p:nvSpPr>
        <p:spPr>
          <a:xfrm flipV="1">
            <a:off x="11430000" y="3962400"/>
            <a:ext cx="2438399" cy="2438278"/>
          </a:xfrm>
          <a:custGeom>
            <a:avLst/>
            <a:gdLst>
              <a:gd name="csX0" fmla="*/ 2324673 w 2438399"/>
              <a:gd name="csY0" fmla="*/ 2324644 h 2438278"/>
              <a:gd name="csX1" fmla="*/ 2324673 w 2438399"/>
              <a:gd name="csY1" fmla="*/ 1775394 h 2438278"/>
              <a:gd name="csX2" fmla="*/ 662941 w 2438399"/>
              <a:gd name="csY2" fmla="*/ 113629 h 2438278"/>
              <a:gd name="csX3" fmla="*/ 113729 w 2438399"/>
              <a:gd name="csY3" fmla="*/ 113629 h 2438278"/>
              <a:gd name="csX4" fmla="*/ 113729 w 2438399"/>
              <a:gd name="csY4" fmla="*/ 662888 h 2438278"/>
              <a:gd name="csX5" fmla="*/ 1775461 w 2438399"/>
              <a:gd name="csY5" fmla="*/ 2324644 h 2438278"/>
              <a:gd name="csX6" fmla="*/ 2324673 w 2438399"/>
              <a:gd name="csY6" fmla="*/ 2324644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399" h="2438278">
                <a:moveTo>
                  <a:pt x="2324673" y="2324644"/>
                </a:moveTo>
                <a:cubicBezTo>
                  <a:pt x="2476311" y="2172968"/>
                  <a:pt x="2476311" y="1927061"/>
                  <a:pt x="2324673" y="1775394"/>
                </a:cubicBezTo>
                <a:lnTo>
                  <a:pt x="662941" y="113629"/>
                </a:lnTo>
                <a:cubicBezTo>
                  <a:pt x="511303" y="-38003"/>
                  <a:pt x="265081" y="-37746"/>
                  <a:pt x="113729" y="113629"/>
                </a:cubicBezTo>
                <a:cubicBezTo>
                  <a:pt x="-37908" y="265304"/>
                  <a:pt x="-37908" y="511213"/>
                  <a:pt x="113729" y="662888"/>
                </a:cubicBezTo>
                <a:lnTo>
                  <a:pt x="1775461" y="2324644"/>
                </a:lnTo>
                <a:cubicBezTo>
                  <a:pt x="1926937" y="2476158"/>
                  <a:pt x="2173197" y="2476158"/>
                  <a:pt x="2324673" y="232464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92F75516-9662-06BB-ECEA-BB68C5B20527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EJ">
            <a:extLst>
              <a:ext uri="{FF2B5EF4-FFF2-40B4-BE49-F238E27FC236}">
                <a16:creationId xmlns:a16="http://schemas.microsoft.com/office/drawing/2014/main" id="{AE04217E-EE54-01CE-8787-3AB87D7E9273}"/>
              </a:ext>
            </a:extLst>
          </p:cNvPr>
          <p:cNvSpPr/>
          <p:nvPr/>
        </p:nvSpPr>
        <p:spPr>
          <a:xfrm>
            <a:off x="8382000" y="3962400"/>
            <a:ext cx="2438400" cy="2438400"/>
          </a:xfrm>
          <a:custGeom>
            <a:avLst/>
            <a:gdLst>
              <a:gd name="csX0" fmla="*/ 661741 w 2438400"/>
              <a:gd name="csY0" fmla="*/ 113528 h 2438278"/>
              <a:gd name="csX1" fmla="*/ 2323473 w 2438400"/>
              <a:gd name="csY1" fmla="*/ 1775212 h 2438278"/>
              <a:gd name="csX2" fmla="*/ 2323473 w 2438400"/>
              <a:gd name="csY2" fmla="*/ 2324433 h 2438278"/>
              <a:gd name="csX3" fmla="*/ 1774261 w 2438400"/>
              <a:gd name="csY3" fmla="*/ 2324433 h 2438278"/>
              <a:gd name="csX4" fmla="*/ 112529 w 2438400"/>
              <a:gd name="csY4" fmla="*/ 662759 h 2438278"/>
              <a:gd name="csX5" fmla="*/ 112529 w 2438400"/>
              <a:gd name="csY5" fmla="*/ 113528 h 2438278"/>
              <a:gd name="csX6" fmla="*/ 661741 w 2438400"/>
              <a:gd name="csY6" fmla="*/ 113528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400" h="2438278">
                <a:moveTo>
                  <a:pt x="661741" y="113528"/>
                </a:moveTo>
                <a:lnTo>
                  <a:pt x="2323473" y="1775212"/>
                </a:lnTo>
                <a:cubicBezTo>
                  <a:pt x="2475110" y="1926869"/>
                  <a:pt x="2475110" y="2172767"/>
                  <a:pt x="2323473" y="2324433"/>
                </a:cubicBezTo>
                <a:cubicBezTo>
                  <a:pt x="2171835" y="2476100"/>
                  <a:pt x="1925898" y="2476100"/>
                  <a:pt x="1774261" y="2324433"/>
                </a:cubicBezTo>
                <a:lnTo>
                  <a:pt x="112529" y="662759"/>
                </a:lnTo>
                <a:cubicBezTo>
                  <a:pt x="-39108" y="511092"/>
                  <a:pt x="-39108" y="265195"/>
                  <a:pt x="112529" y="113528"/>
                </a:cubicBezTo>
                <a:cubicBezTo>
                  <a:pt x="263881" y="-37841"/>
                  <a:pt x="510103" y="-38098"/>
                  <a:pt x="661741" y="11352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3CB8DB3-1BDB-EA72-1516-025C2892D0BE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BC">
            <a:extLst>
              <a:ext uri="{FF2B5EF4-FFF2-40B4-BE49-F238E27FC236}">
                <a16:creationId xmlns:a16="http://schemas.microsoft.com/office/drawing/2014/main" id="{92553CBC-DDBF-0718-8ECA-ED23B0A10A40}"/>
              </a:ext>
            </a:extLst>
          </p:cNvPr>
          <p:cNvSpPr/>
          <p:nvPr/>
        </p:nvSpPr>
        <p:spPr>
          <a:xfrm>
            <a:off x="9906000" y="2438400"/>
            <a:ext cx="2438400" cy="914400"/>
          </a:xfrm>
          <a:custGeom>
            <a:avLst/>
            <a:gdLst>
              <a:gd name="csX0" fmla="*/ -1039 w 2438400"/>
              <a:gd name="csY0" fmla="*/ 456945 h 914400"/>
              <a:gd name="csX1" fmla="*/ 456161 w 2438400"/>
              <a:gd name="csY1" fmla="*/ -255 h 914400"/>
              <a:gd name="csX2" fmla="*/ 1980161 w 2438400"/>
              <a:gd name="csY2" fmla="*/ -255 h 914400"/>
              <a:gd name="csX3" fmla="*/ 2437361 w 2438400"/>
              <a:gd name="csY3" fmla="*/ 456945 h 914400"/>
              <a:gd name="csX4" fmla="*/ 2437361 w 2438400"/>
              <a:gd name="csY4" fmla="*/ 456945 h 914400"/>
              <a:gd name="csX5" fmla="*/ 1980161 w 2438400"/>
              <a:gd name="csY5" fmla="*/ 914145 h 914400"/>
              <a:gd name="csX6" fmla="*/ 456161 w 2438400"/>
              <a:gd name="csY6" fmla="*/ 914145 h 914400"/>
              <a:gd name="csX7" fmla="*/ -1039 w 2438400"/>
              <a:gd name="csY7" fmla="*/ 456945 h 914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38400" h="914400">
                <a:moveTo>
                  <a:pt x="-1039" y="456945"/>
                </a:moveTo>
                <a:cubicBezTo>
                  <a:pt x="-1039" y="204437"/>
                  <a:pt x="203653" y="-255"/>
                  <a:pt x="456161" y="-255"/>
                </a:cubicBezTo>
                <a:lnTo>
                  <a:pt x="1980161" y="-255"/>
                </a:lnTo>
                <a:cubicBezTo>
                  <a:pt x="2232669" y="-255"/>
                  <a:pt x="2437361" y="204437"/>
                  <a:pt x="2437361" y="456945"/>
                </a:cubicBezTo>
                <a:lnTo>
                  <a:pt x="2437361" y="456945"/>
                </a:lnTo>
                <a:cubicBezTo>
                  <a:pt x="2437361" y="709453"/>
                  <a:pt x="2232669" y="914145"/>
                  <a:pt x="1980161" y="914145"/>
                </a:cubicBezTo>
                <a:lnTo>
                  <a:pt x="456161" y="914145"/>
                </a:lnTo>
                <a:cubicBezTo>
                  <a:pt x="203653" y="914145"/>
                  <a:pt x="-1039" y="709453"/>
                  <a:pt x="-1039" y="45694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6DDD322-4283-8ECD-FD7C-EC45DDE40134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AD">
            <a:extLst>
              <a:ext uri="{FF2B5EF4-FFF2-40B4-BE49-F238E27FC236}">
                <a16:creationId xmlns:a16="http://schemas.microsoft.com/office/drawing/2014/main" id="{DB487365-3FB7-5B98-62B8-4DE0232C857A}"/>
              </a:ext>
            </a:extLst>
          </p:cNvPr>
          <p:cNvSpPr/>
          <p:nvPr/>
        </p:nvSpPr>
        <p:spPr>
          <a:xfrm>
            <a:off x="11430000" y="914400"/>
            <a:ext cx="2438400" cy="2438400"/>
          </a:xfrm>
          <a:custGeom>
            <a:avLst/>
            <a:gdLst>
              <a:gd name="csX0" fmla="*/ 661741 w 2438400"/>
              <a:gd name="csY0" fmla="*/ 113528 h 2438278"/>
              <a:gd name="csX1" fmla="*/ 2323473 w 2438400"/>
              <a:gd name="csY1" fmla="*/ 1775212 h 2438278"/>
              <a:gd name="csX2" fmla="*/ 2323473 w 2438400"/>
              <a:gd name="csY2" fmla="*/ 2324433 h 2438278"/>
              <a:gd name="csX3" fmla="*/ 1774261 w 2438400"/>
              <a:gd name="csY3" fmla="*/ 2324433 h 2438278"/>
              <a:gd name="csX4" fmla="*/ 112529 w 2438400"/>
              <a:gd name="csY4" fmla="*/ 662759 h 2438278"/>
              <a:gd name="csX5" fmla="*/ 112529 w 2438400"/>
              <a:gd name="csY5" fmla="*/ 113528 h 2438278"/>
              <a:gd name="csX6" fmla="*/ 661741 w 2438400"/>
              <a:gd name="csY6" fmla="*/ 113528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400" h="2438278">
                <a:moveTo>
                  <a:pt x="661741" y="113528"/>
                </a:moveTo>
                <a:lnTo>
                  <a:pt x="2323473" y="1775212"/>
                </a:lnTo>
                <a:cubicBezTo>
                  <a:pt x="2475110" y="1926869"/>
                  <a:pt x="2475110" y="2172767"/>
                  <a:pt x="2323473" y="2324433"/>
                </a:cubicBezTo>
                <a:cubicBezTo>
                  <a:pt x="2171835" y="2476100"/>
                  <a:pt x="1925898" y="2476100"/>
                  <a:pt x="1774261" y="2324433"/>
                </a:cubicBezTo>
                <a:lnTo>
                  <a:pt x="112529" y="662759"/>
                </a:lnTo>
                <a:cubicBezTo>
                  <a:pt x="-39108" y="511092"/>
                  <a:pt x="-39108" y="265195"/>
                  <a:pt x="112529" y="113528"/>
                </a:cubicBezTo>
                <a:cubicBezTo>
                  <a:pt x="263881" y="-37841"/>
                  <a:pt x="510103" y="-38098"/>
                  <a:pt x="661741" y="11352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297308D-4D37-0DCA-CF60-72F965630B4E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F2C84579-8C5D-C946-7803-09026006ED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51ED17-643B-D29C-4AF4-C2F82ABF907E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BED6A7-04DF-EDA6-5D3E-4F3FBD026BD0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5F4DF3-52EE-0F85-6E0B-46825121679E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093B48-5C45-8629-CEAC-6964DE212ACE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A6BAC0-4D09-7F8F-67B8-4D7413A3CEBF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E7EF66-FBBD-ACAE-3BD8-A16B26B6396A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655518-AC8F-92D2-C625-424B426E9AC9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C86C5C-6E75-72F5-EF0D-C2B6991E5039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CB74ACA-36E7-A7B8-D8EE-04BFE77BBB19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4563F9-0D68-B3A9-9A8A-C801DD52F230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Nodes">
            <a:extLst>
              <a:ext uri="{FF2B5EF4-FFF2-40B4-BE49-F238E27FC236}">
                <a16:creationId xmlns:a16="http://schemas.microsoft.com/office/drawing/2014/main" id="{0F18C3E1-9F3C-9FC2-E41F-3CB196D6149D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3AC99C6-0476-171F-0DDA-02DBA0802448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1EC3312-ECE8-DCC9-22F6-7D55EF545E7A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AB309D8-205B-8F8D-28EE-519FC92E7BFF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74E1995-CA71-7BC6-2D2D-479CE6AA8846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5BBB4B3-DE05-D578-AF76-290D158AFDBD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32D973D-A057-17B4-0C0C-79AFFADA6CD8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12C51BD-0C3A-9FA0-5F09-931449BEAF8D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C9743E4-F2FC-8E1B-B623-EF410B08D7AC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18FBED9-15ED-B731-A9E3-C0FBBCECBF6E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D800049-2F88-95F8-0EE8-AE9CB2C51898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C1476E6-C083-FAFC-53BC-8CB37BEC6D8E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0897B6D-50B2-B64A-2053-897DB3E6D273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678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36F26-A0D2-0EFD-EBDE-D8FF3E2A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HKL">
            <a:extLst>
              <a:ext uri="{FF2B5EF4-FFF2-40B4-BE49-F238E27FC236}">
                <a16:creationId xmlns:a16="http://schemas.microsoft.com/office/drawing/2014/main" id="{8CCC4A12-899A-7B9A-DD96-A6DF9A7B8EEB}"/>
              </a:ext>
            </a:extLst>
          </p:cNvPr>
          <p:cNvSpPr/>
          <p:nvPr/>
        </p:nvSpPr>
        <p:spPr>
          <a:xfrm>
            <a:off x="11430000" y="3962400"/>
            <a:ext cx="2438400" cy="2438400"/>
          </a:xfrm>
          <a:custGeom>
            <a:avLst/>
            <a:gdLst>
              <a:gd name="csX0" fmla="*/ 609600 w 2438400"/>
              <a:gd name="csY0" fmla="*/ 0 h 2438400"/>
              <a:gd name="csX1" fmla="*/ 1828800 w 2438400"/>
              <a:gd name="csY1" fmla="*/ 0 h 2438400"/>
              <a:gd name="csX2" fmla="*/ 2438400 w 2438400"/>
              <a:gd name="csY2" fmla="*/ 609600 h 2438400"/>
              <a:gd name="csX3" fmla="*/ 2438400 w 2438400"/>
              <a:gd name="csY3" fmla="*/ 1828800 h 2438400"/>
              <a:gd name="csX4" fmla="*/ 1828800 w 2438400"/>
              <a:gd name="csY4" fmla="*/ 2438400 h 2438400"/>
              <a:gd name="csX5" fmla="*/ 609600 w 2438400"/>
              <a:gd name="csY5" fmla="*/ 2438400 h 2438400"/>
              <a:gd name="csX6" fmla="*/ 0 w 2438400"/>
              <a:gd name="csY6" fmla="*/ 1828800 h 2438400"/>
              <a:gd name="csX7" fmla="*/ 0 w 2438400"/>
              <a:gd name="csY7" fmla="*/ 609600 h 2438400"/>
              <a:gd name="csX8" fmla="*/ 609600 w 2438400"/>
              <a:gd name="csY8" fmla="*/ 0 h 2438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38400" h="2438400">
                <a:moveTo>
                  <a:pt x="609600" y="0"/>
                </a:moveTo>
                <a:lnTo>
                  <a:pt x="1828800" y="0"/>
                </a:lnTo>
                <a:cubicBezTo>
                  <a:pt x="2165473" y="0"/>
                  <a:pt x="2438400" y="272927"/>
                  <a:pt x="2438400" y="609600"/>
                </a:cubicBezTo>
                <a:lnTo>
                  <a:pt x="2438400" y="1828800"/>
                </a:lnTo>
                <a:cubicBezTo>
                  <a:pt x="2438400" y="2165473"/>
                  <a:pt x="2165473" y="2438400"/>
                  <a:pt x="1828800" y="2438400"/>
                </a:cubicBezTo>
                <a:lnTo>
                  <a:pt x="609600" y="2438400"/>
                </a:lnTo>
                <a:cubicBezTo>
                  <a:pt x="272927" y="2438400"/>
                  <a:pt x="0" y="2165473"/>
                  <a:pt x="0" y="1828800"/>
                </a:cubicBezTo>
                <a:lnTo>
                  <a:pt x="0" y="609600"/>
                </a:lnTo>
                <a:cubicBezTo>
                  <a:pt x="0" y="272927"/>
                  <a:pt x="272927" y="0"/>
                  <a:pt x="609600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sp>
        <p:nvSpPr>
          <p:cNvPr id="69" name="HKL">
            <a:extLst>
              <a:ext uri="{FF2B5EF4-FFF2-40B4-BE49-F238E27FC236}">
                <a16:creationId xmlns:a16="http://schemas.microsoft.com/office/drawing/2014/main" id="{0074F453-6415-1562-7106-F3824DCB7728}"/>
              </a:ext>
            </a:extLst>
          </p:cNvPr>
          <p:cNvSpPr/>
          <p:nvPr/>
        </p:nvSpPr>
        <p:spPr>
          <a:xfrm flipH="1">
            <a:off x="11430000" y="3962400"/>
            <a:ext cx="2416110" cy="2416143"/>
          </a:xfrm>
          <a:custGeom>
            <a:avLst/>
            <a:gdLst>
              <a:gd name="csX0" fmla="*/ 128199 w 2416110"/>
              <a:gd name="csY0" fmla="*/ 96394 h 2416143"/>
              <a:gd name="csX1" fmla="*/ 675770 w 2416110"/>
              <a:gd name="csY1" fmla="*/ 96394 h 2416143"/>
              <a:gd name="csX2" fmla="*/ 2318481 w 2416110"/>
              <a:gd name="csY2" fmla="*/ 1739106 h 2416143"/>
              <a:gd name="csX3" fmla="*/ 2318481 w 2416110"/>
              <a:gd name="csY3" fmla="*/ 2286676 h 2416143"/>
              <a:gd name="csX4" fmla="*/ 1086447 w 2416110"/>
              <a:gd name="csY4" fmla="*/ 2286676 h 2416143"/>
              <a:gd name="csX5" fmla="*/ 128199 w 2416110"/>
              <a:gd name="csY5" fmla="*/ 2286676 h 2416143"/>
              <a:gd name="csX6" fmla="*/ 128199 w 2416110"/>
              <a:gd name="csY6" fmla="*/ 1328428 h 2416143"/>
              <a:gd name="csX7" fmla="*/ 128199 w 2416110"/>
              <a:gd name="csY7" fmla="*/ 96394 h 2416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16110" h="2416143">
                <a:moveTo>
                  <a:pt x="128199" y="96394"/>
                </a:moveTo>
                <a:cubicBezTo>
                  <a:pt x="257263" y="-32670"/>
                  <a:pt x="546705" y="-32670"/>
                  <a:pt x="675770" y="96394"/>
                </a:cubicBezTo>
                <a:lnTo>
                  <a:pt x="2318481" y="1739106"/>
                </a:lnTo>
                <a:cubicBezTo>
                  <a:pt x="2447502" y="1868170"/>
                  <a:pt x="2447502" y="2157612"/>
                  <a:pt x="2318481" y="2286676"/>
                </a:cubicBezTo>
                <a:cubicBezTo>
                  <a:pt x="2028098" y="2577068"/>
                  <a:pt x="1497125" y="2286676"/>
                  <a:pt x="1086447" y="2286676"/>
                </a:cubicBezTo>
                <a:cubicBezTo>
                  <a:pt x="767034" y="2286676"/>
                  <a:pt x="354063" y="2512541"/>
                  <a:pt x="128199" y="2286676"/>
                </a:cubicBezTo>
                <a:cubicBezTo>
                  <a:pt x="-97665" y="2060812"/>
                  <a:pt x="128199" y="1647841"/>
                  <a:pt x="128199" y="1328428"/>
                </a:cubicBezTo>
                <a:cubicBezTo>
                  <a:pt x="128199" y="917750"/>
                  <a:pt x="-162193" y="386786"/>
                  <a:pt x="128199" y="9639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ED456A-C85B-5336-C655-35CB60604E86}"/>
              </a:ext>
            </a:extLst>
          </p:cNvPr>
          <p:cNvCxnSpPr>
            <a:cxnSpLocks/>
          </p:cNvCxnSpPr>
          <p:nvPr/>
        </p:nvCxnSpPr>
        <p:spPr>
          <a:xfrm>
            <a:off x="11887200" y="4419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BCDF">
            <a:extLst>
              <a:ext uri="{FF2B5EF4-FFF2-40B4-BE49-F238E27FC236}">
                <a16:creationId xmlns:a16="http://schemas.microsoft.com/office/drawing/2014/main" id="{83A4B066-EB36-B387-7DBB-AE0F744214F6}"/>
              </a:ext>
            </a:extLst>
          </p:cNvPr>
          <p:cNvSpPr/>
          <p:nvPr/>
        </p:nvSpPr>
        <p:spPr>
          <a:xfrm>
            <a:off x="9906000" y="914400"/>
            <a:ext cx="3882419" cy="3862977"/>
          </a:xfrm>
          <a:custGeom>
            <a:avLst/>
            <a:gdLst>
              <a:gd name="csX0" fmla="*/ 1642676 w 3882419"/>
              <a:gd name="csY0" fmla="*/ 107663 h 3862977"/>
              <a:gd name="csX1" fmla="*/ 2252276 w 3882419"/>
              <a:gd name="csY1" fmla="*/ 107663 h 3862977"/>
              <a:gd name="csX2" fmla="*/ 3776276 w 3882419"/>
              <a:gd name="csY2" fmla="*/ 1631663 h 3862977"/>
              <a:gd name="csX3" fmla="*/ 3776276 w 3882419"/>
              <a:gd name="csY3" fmla="*/ 2241263 h 3862977"/>
              <a:gd name="csX4" fmla="*/ 1204526 w 3882419"/>
              <a:gd name="csY4" fmla="*/ 2488913 h 3862977"/>
              <a:gd name="csX5" fmla="*/ 728276 w 3882419"/>
              <a:gd name="csY5" fmla="*/ 3765263 h 3862977"/>
              <a:gd name="csX6" fmla="*/ 118676 w 3882419"/>
              <a:gd name="csY6" fmla="*/ 3765263 h 3862977"/>
              <a:gd name="csX7" fmla="*/ 118676 w 3882419"/>
              <a:gd name="csY7" fmla="*/ 2622263 h 3862977"/>
              <a:gd name="csX8" fmla="*/ 118676 w 3882419"/>
              <a:gd name="csY8" fmla="*/ 1631663 h 3862977"/>
              <a:gd name="csX9" fmla="*/ 1642676 w 3882419"/>
              <a:gd name="csY9" fmla="*/ 107663 h 3862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882419" h="3862977">
                <a:moveTo>
                  <a:pt x="1642676" y="107663"/>
                </a:moveTo>
                <a:cubicBezTo>
                  <a:pt x="1786313" y="-36021"/>
                  <a:pt x="2108640" y="-36021"/>
                  <a:pt x="2252276" y="107663"/>
                </a:cubicBezTo>
                <a:lnTo>
                  <a:pt x="3776276" y="1631663"/>
                </a:lnTo>
                <a:cubicBezTo>
                  <a:pt x="3919913" y="1775348"/>
                  <a:pt x="3912864" y="2090854"/>
                  <a:pt x="3776276" y="2241263"/>
                </a:cubicBezTo>
                <a:cubicBezTo>
                  <a:pt x="3197251" y="2878752"/>
                  <a:pt x="1887564" y="1964409"/>
                  <a:pt x="1204526" y="2488913"/>
                </a:cubicBezTo>
                <a:cubicBezTo>
                  <a:pt x="844385" y="2765471"/>
                  <a:pt x="1101276" y="3506307"/>
                  <a:pt x="728276" y="3765263"/>
                </a:cubicBezTo>
                <a:cubicBezTo>
                  <a:pt x="561398" y="3881144"/>
                  <a:pt x="262313" y="3908948"/>
                  <a:pt x="118676" y="3765263"/>
                </a:cubicBezTo>
                <a:cubicBezTo>
                  <a:pt x="-150691" y="3495858"/>
                  <a:pt x="118676" y="3003263"/>
                  <a:pt x="118676" y="2622263"/>
                </a:cubicBezTo>
                <a:cubicBezTo>
                  <a:pt x="118676" y="2292060"/>
                  <a:pt x="-7721" y="1936730"/>
                  <a:pt x="118676" y="1631663"/>
                </a:cubicBezTo>
                <a:cubicBezTo>
                  <a:pt x="393568" y="967932"/>
                  <a:pt x="1642676" y="107663"/>
                  <a:pt x="1642676" y="107663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92" name="BCF">
            <a:extLst>
              <a:ext uri="{FF2B5EF4-FFF2-40B4-BE49-F238E27FC236}">
                <a16:creationId xmlns:a16="http://schemas.microsoft.com/office/drawing/2014/main" id="{32875D66-A9AC-141A-A4DB-D4B9223E2449}"/>
              </a:ext>
            </a:extLst>
          </p:cNvPr>
          <p:cNvSpPr/>
          <p:nvPr/>
        </p:nvSpPr>
        <p:spPr>
          <a:xfrm>
            <a:off x="9906001" y="2438401"/>
            <a:ext cx="2438400" cy="2438400"/>
          </a:xfrm>
          <a:custGeom>
            <a:avLst/>
            <a:gdLst>
              <a:gd name="csX0" fmla="*/ 142819 w 2701179"/>
              <a:gd name="csY0" fmla="*/ 143572 h 2701179"/>
              <a:gd name="csX1" fmla="*/ 1209619 w 2701179"/>
              <a:gd name="csY1" fmla="*/ 143572 h 2701179"/>
              <a:gd name="csX2" fmla="*/ 2581220 w 2701179"/>
              <a:gd name="csY2" fmla="*/ 143572 h 2701179"/>
              <a:gd name="csX3" fmla="*/ 2581220 w 2701179"/>
              <a:gd name="csY3" fmla="*/ 829372 h 2701179"/>
              <a:gd name="csX4" fmla="*/ 942919 w 2701179"/>
              <a:gd name="csY4" fmla="*/ 943672 h 2701179"/>
              <a:gd name="csX5" fmla="*/ 828619 w 2701179"/>
              <a:gd name="csY5" fmla="*/ 2581972 h 2701179"/>
              <a:gd name="csX6" fmla="*/ 142819 w 2701179"/>
              <a:gd name="csY6" fmla="*/ 2581972 h 2701179"/>
              <a:gd name="csX7" fmla="*/ 142819 w 2701179"/>
              <a:gd name="csY7" fmla="*/ 1210372 h 2701179"/>
              <a:gd name="csX8" fmla="*/ 142819 w 2701179"/>
              <a:gd name="csY8" fmla="*/ 143572 h 2701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701179" h="2701179">
                <a:moveTo>
                  <a:pt x="142819" y="143572"/>
                </a:moveTo>
                <a:cubicBezTo>
                  <a:pt x="394270" y="-107879"/>
                  <a:pt x="854023" y="143572"/>
                  <a:pt x="1209619" y="143572"/>
                </a:cubicBezTo>
                <a:cubicBezTo>
                  <a:pt x="1666819" y="143572"/>
                  <a:pt x="2257942" y="-179717"/>
                  <a:pt x="2581220" y="143572"/>
                </a:cubicBezTo>
                <a:cubicBezTo>
                  <a:pt x="2742858" y="305221"/>
                  <a:pt x="2737144" y="662199"/>
                  <a:pt x="2581220" y="829372"/>
                </a:cubicBezTo>
                <a:cubicBezTo>
                  <a:pt x="2207840" y="1229708"/>
                  <a:pt x="1330016" y="556585"/>
                  <a:pt x="942919" y="943672"/>
                </a:cubicBezTo>
                <a:cubicBezTo>
                  <a:pt x="555833" y="1330759"/>
                  <a:pt x="1228955" y="2208592"/>
                  <a:pt x="828619" y="2581972"/>
                </a:cubicBezTo>
                <a:cubicBezTo>
                  <a:pt x="661446" y="2737887"/>
                  <a:pt x="304468" y="2743621"/>
                  <a:pt x="142819" y="2581972"/>
                </a:cubicBezTo>
                <a:cubicBezTo>
                  <a:pt x="-180468" y="2258684"/>
                  <a:pt x="142819" y="1667572"/>
                  <a:pt x="142819" y="1210372"/>
                </a:cubicBezTo>
                <a:cubicBezTo>
                  <a:pt x="142819" y="854775"/>
                  <a:pt x="-108631" y="395022"/>
                  <a:pt x="142819" y="14357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68" name="EIJ">
            <a:extLst>
              <a:ext uri="{FF2B5EF4-FFF2-40B4-BE49-F238E27FC236}">
                <a16:creationId xmlns:a16="http://schemas.microsoft.com/office/drawing/2014/main" id="{D4A76F71-9E7A-7914-6EFE-69D4983F65C7}"/>
              </a:ext>
            </a:extLst>
          </p:cNvPr>
          <p:cNvSpPr/>
          <p:nvPr/>
        </p:nvSpPr>
        <p:spPr>
          <a:xfrm>
            <a:off x="8382000" y="3962400"/>
            <a:ext cx="2416110" cy="2416143"/>
          </a:xfrm>
          <a:custGeom>
            <a:avLst/>
            <a:gdLst>
              <a:gd name="csX0" fmla="*/ 128199 w 2416110"/>
              <a:gd name="csY0" fmla="*/ 96394 h 2416143"/>
              <a:gd name="csX1" fmla="*/ 675770 w 2416110"/>
              <a:gd name="csY1" fmla="*/ 96394 h 2416143"/>
              <a:gd name="csX2" fmla="*/ 2318481 w 2416110"/>
              <a:gd name="csY2" fmla="*/ 1739106 h 2416143"/>
              <a:gd name="csX3" fmla="*/ 2318481 w 2416110"/>
              <a:gd name="csY3" fmla="*/ 2286676 h 2416143"/>
              <a:gd name="csX4" fmla="*/ 1086447 w 2416110"/>
              <a:gd name="csY4" fmla="*/ 2286676 h 2416143"/>
              <a:gd name="csX5" fmla="*/ 128199 w 2416110"/>
              <a:gd name="csY5" fmla="*/ 2286676 h 2416143"/>
              <a:gd name="csX6" fmla="*/ 128199 w 2416110"/>
              <a:gd name="csY6" fmla="*/ 1328428 h 2416143"/>
              <a:gd name="csX7" fmla="*/ 128199 w 2416110"/>
              <a:gd name="csY7" fmla="*/ 96394 h 2416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16110" h="2416143">
                <a:moveTo>
                  <a:pt x="128199" y="96394"/>
                </a:moveTo>
                <a:cubicBezTo>
                  <a:pt x="257263" y="-32670"/>
                  <a:pt x="546705" y="-32670"/>
                  <a:pt x="675770" y="96394"/>
                </a:cubicBezTo>
                <a:lnTo>
                  <a:pt x="2318481" y="1739106"/>
                </a:lnTo>
                <a:cubicBezTo>
                  <a:pt x="2447502" y="1868170"/>
                  <a:pt x="2447502" y="2157612"/>
                  <a:pt x="2318481" y="2286676"/>
                </a:cubicBezTo>
                <a:cubicBezTo>
                  <a:pt x="2028098" y="2577068"/>
                  <a:pt x="1497125" y="2286676"/>
                  <a:pt x="1086447" y="2286676"/>
                </a:cubicBezTo>
                <a:cubicBezTo>
                  <a:pt x="767034" y="2286676"/>
                  <a:pt x="354063" y="2512541"/>
                  <a:pt x="128199" y="2286676"/>
                </a:cubicBezTo>
                <a:cubicBezTo>
                  <a:pt x="-97665" y="2060812"/>
                  <a:pt x="128199" y="1647841"/>
                  <a:pt x="128199" y="1328428"/>
                </a:cubicBezTo>
                <a:cubicBezTo>
                  <a:pt x="128199" y="917750"/>
                  <a:pt x="-162193" y="386786"/>
                  <a:pt x="128199" y="9639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E7522B39-0569-A054-017E-75DAD66893EC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DFE87650-88F9-3015-1417-F2AB2D109412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DA52E0F-2A15-2096-A533-25C53007F78C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AD">
            <a:extLst>
              <a:ext uri="{FF2B5EF4-FFF2-40B4-BE49-F238E27FC236}">
                <a16:creationId xmlns:a16="http://schemas.microsoft.com/office/drawing/2014/main" id="{2CC62B70-04AE-12D7-DF63-6C146651A24B}"/>
              </a:ext>
            </a:extLst>
          </p:cNvPr>
          <p:cNvSpPr/>
          <p:nvPr/>
        </p:nvSpPr>
        <p:spPr>
          <a:xfrm>
            <a:off x="11430000" y="914400"/>
            <a:ext cx="2438400" cy="2438400"/>
          </a:xfrm>
          <a:custGeom>
            <a:avLst/>
            <a:gdLst>
              <a:gd name="csX0" fmla="*/ 661741 w 2438400"/>
              <a:gd name="csY0" fmla="*/ 113528 h 2438278"/>
              <a:gd name="csX1" fmla="*/ 2323473 w 2438400"/>
              <a:gd name="csY1" fmla="*/ 1775212 h 2438278"/>
              <a:gd name="csX2" fmla="*/ 2323473 w 2438400"/>
              <a:gd name="csY2" fmla="*/ 2324433 h 2438278"/>
              <a:gd name="csX3" fmla="*/ 1774261 w 2438400"/>
              <a:gd name="csY3" fmla="*/ 2324433 h 2438278"/>
              <a:gd name="csX4" fmla="*/ 112529 w 2438400"/>
              <a:gd name="csY4" fmla="*/ 662759 h 2438278"/>
              <a:gd name="csX5" fmla="*/ 112529 w 2438400"/>
              <a:gd name="csY5" fmla="*/ 113528 h 2438278"/>
              <a:gd name="csX6" fmla="*/ 661741 w 2438400"/>
              <a:gd name="csY6" fmla="*/ 113528 h 24382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400" h="2438278">
                <a:moveTo>
                  <a:pt x="661741" y="113528"/>
                </a:moveTo>
                <a:lnTo>
                  <a:pt x="2323473" y="1775212"/>
                </a:lnTo>
                <a:cubicBezTo>
                  <a:pt x="2475110" y="1926869"/>
                  <a:pt x="2475110" y="2172767"/>
                  <a:pt x="2323473" y="2324433"/>
                </a:cubicBezTo>
                <a:cubicBezTo>
                  <a:pt x="2171835" y="2476100"/>
                  <a:pt x="1925898" y="2476100"/>
                  <a:pt x="1774261" y="2324433"/>
                </a:cubicBezTo>
                <a:lnTo>
                  <a:pt x="112529" y="662759"/>
                </a:lnTo>
                <a:cubicBezTo>
                  <a:pt x="-39108" y="511092"/>
                  <a:pt x="-39108" y="265195"/>
                  <a:pt x="112529" y="113528"/>
                </a:cubicBezTo>
                <a:cubicBezTo>
                  <a:pt x="263881" y="-37841"/>
                  <a:pt x="510103" y="-38098"/>
                  <a:pt x="661741" y="113528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31D5C65-51CC-7E89-19C0-9188AFDC0B57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63A3C856-D118-D145-7EAA-CAF70D56F2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FB6DA0-1127-BF8F-3B3F-5C3869DB7F6B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20C79D-0E35-AEB1-654E-E866763A08E9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EC1B54-6A2E-40CC-CB66-B1CBECEABF4E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561F4B-0E47-F548-962A-4247938FADF6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645A00-3349-50F2-C4E5-8BD10329F055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0C3EC3-023A-4709-8BA6-E79ED880CC19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4B58F2-1DDC-F6DF-53E8-B98490F53FEF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F8A52D-8927-4541-9722-5536434C7831}"/>
              </a:ext>
            </a:extLst>
          </p:cNvPr>
          <p:cNvCxnSpPr>
            <a:cxnSpLocks/>
          </p:cNvCxnSpPr>
          <p:nvPr/>
        </p:nvCxnSpPr>
        <p:spPr>
          <a:xfrm>
            <a:off x="11887200" y="4419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1984BB-AEEE-32E7-82DC-AB370724E7CA}"/>
              </a:ext>
            </a:extLst>
          </p:cNvPr>
          <p:cNvCxnSpPr>
            <a:cxnSpLocks/>
          </p:cNvCxnSpPr>
          <p:nvPr/>
        </p:nvCxnSpPr>
        <p:spPr>
          <a:xfrm flipV="1">
            <a:off x="10363200" y="1371600"/>
            <a:ext cx="1524000" cy="152400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04D488-F1AC-678C-32A8-3665456140B7}"/>
              </a:ext>
            </a:extLst>
          </p:cNvPr>
          <p:cNvCxnSpPr>
            <a:cxnSpLocks/>
          </p:cNvCxnSpPr>
          <p:nvPr/>
        </p:nvCxnSpPr>
        <p:spPr>
          <a:xfrm flipV="1">
            <a:off x="10363200" y="1371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9FE2A63-743D-7C7B-86BD-0C636474C3E8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FF77A4-7E08-92BA-4B9D-D3A6B2B41E8D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Nodes">
            <a:extLst>
              <a:ext uri="{FF2B5EF4-FFF2-40B4-BE49-F238E27FC236}">
                <a16:creationId xmlns:a16="http://schemas.microsoft.com/office/drawing/2014/main" id="{D236D042-1DAA-55D8-FBFD-B6165FF6BD89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19E8996-7BB1-CC7C-B11A-7FA855A395DF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4B7EB00-2FF3-0A03-316A-42D986DC6852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71E412B-20ED-6818-047E-A6238333D0B0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4ABB80D-3F0B-86A2-DB32-EBFE29691800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C971968-8A26-6534-1053-655504524158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0C8DD61-A45F-74AF-52C5-0E8A1287815A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F4EB0F5-FFD4-36AB-0C5F-6B76F12FE85A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91B02BC-1C69-8527-F8A0-77C1999EC385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7F8DA57-F2AC-3ACD-1B9E-5DFD0E47630F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1CF4AE3-0DB1-749F-561B-4C29B3D9C83B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50CF9C6-BEE2-852C-5476-6D44DDB7BB47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0532FCE-A637-FC1C-8DBE-DDB99A9C2A51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515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21E8-6C9D-A97F-178D-DDB6B8EB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BCDEFIJ">
            <a:extLst>
              <a:ext uri="{FF2B5EF4-FFF2-40B4-BE49-F238E27FC236}">
                <a16:creationId xmlns:a16="http://schemas.microsoft.com/office/drawing/2014/main" id="{9FE35F9B-74FA-02C8-A8BD-5F7BAB2EFB0A}"/>
              </a:ext>
            </a:extLst>
          </p:cNvPr>
          <p:cNvSpPr/>
          <p:nvPr/>
        </p:nvSpPr>
        <p:spPr>
          <a:xfrm>
            <a:off x="8229600" y="914400"/>
            <a:ext cx="5627990" cy="5761871"/>
          </a:xfrm>
          <a:custGeom>
            <a:avLst/>
            <a:gdLst>
              <a:gd name="csX0" fmla="*/ 3412752 w 5627990"/>
              <a:gd name="csY0" fmla="*/ 57185 h 5761871"/>
              <a:gd name="csX1" fmla="*/ 4022352 w 5627990"/>
              <a:gd name="csY1" fmla="*/ 57185 h 5761871"/>
              <a:gd name="csX2" fmla="*/ 5546352 w 5627990"/>
              <a:gd name="csY2" fmla="*/ 1657385 h 5761871"/>
              <a:gd name="csX3" fmla="*/ 5546352 w 5627990"/>
              <a:gd name="csY3" fmla="*/ 2266985 h 5761871"/>
              <a:gd name="csX4" fmla="*/ 3412752 w 5627990"/>
              <a:gd name="csY4" fmla="*/ 2495585 h 5761871"/>
              <a:gd name="csX5" fmla="*/ 2250702 w 5627990"/>
              <a:gd name="csY5" fmla="*/ 5467386 h 5761871"/>
              <a:gd name="csX6" fmla="*/ 364752 w 5627990"/>
              <a:gd name="csY6" fmla="*/ 5467386 h 5761871"/>
              <a:gd name="csX7" fmla="*/ 212352 w 5627990"/>
              <a:gd name="csY7" fmla="*/ 3276635 h 5761871"/>
              <a:gd name="csX8" fmla="*/ 1755402 w 5627990"/>
              <a:gd name="csY8" fmla="*/ 1543085 h 5761871"/>
              <a:gd name="csX9" fmla="*/ 3412752 w 5627990"/>
              <a:gd name="csY9" fmla="*/ 57185 h 5761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627990" h="5761871">
                <a:moveTo>
                  <a:pt x="3412752" y="57185"/>
                </a:moveTo>
                <a:cubicBezTo>
                  <a:pt x="3602490" y="-15433"/>
                  <a:pt x="3835567" y="-22859"/>
                  <a:pt x="4022352" y="57185"/>
                </a:cubicBezTo>
                <a:cubicBezTo>
                  <a:pt x="4699388" y="347345"/>
                  <a:pt x="5272794" y="973471"/>
                  <a:pt x="5546352" y="1657385"/>
                </a:cubicBezTo>
                <a:cubicBezTo>
                  <a:pt x="5621790" y="1846047"/>
                  <a:pt x="5682178" y="2115843"/>
                  <a:pt x="5546352" y="2266985"/>
                </a:cubicBezTo>
                <a:cubicBezTo>
                  <a:pt x="5068293" y="2799014"/>
                  <a:pt x="3981109" y="2061350"/>
                  <a:pt x="3412752" y="2495585"/>
                </a:cubicBezTo>
                <a:cubicBezTo>
                  <a:pt x="2567503" y="3141314"/>
                  <a:pt x="3129192" y="4867663"/>
                  <a:pt x="2250702" y="5467386"/>
                </a:cubicBezTo>
                <a:cubicBezTo>
                  <a:pt x="1731494" y="5821839"/>
                  <a:pt x="824438" y="5896211"/>
                  <a:pt x="364752" y="5467386"/>
                </a:cubicBezTo>
                <a:cubicBezTo>
                  <a:pt x="-170525" y="4968057"/>
                  <a:pt x="-24116" y="3969408"/>
                  <a:pt x="212352" y="3276635"/>
                </a:cubicBezTo>
                <a:cubicBezTo>
                  <a:pt x="462250" y="2544506"/>
                  <a:pt x="1209362" y="2091087"/>
                  <a:pt x="1755402" y="1543085"/>
                </a:cubicBezTo>
                <a:cubicBezTo>
                  <a:pt x="2279086" y="1017496"/>
                  <a:pt x="2719808" y="322342"/>
                  <a:pt x="3412752" y="5718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32" name="GHKL">
            <a:extLst>
              <a:ext uri="{FF2B5EF4-FFF2-40B4-BE49-F238E27FC236}">
                <a16:creationId xmlns:a16="http://schemas.microsoft.com/office/drawing/2014/main" id="{7E14AC38-02CE-11C5-2716-783D3CD89C2B}"/>
              </a:ext>
            </a:extLst>
          </p:cNvPr>
          <p:cNvSpPr/>
          <p:nvPr/>
        </p:nvSpPr>
        <p:spPr>
          <a:xfrm>
            <a:off x="11430000" y="3962400"/>
            <a:ext cx="2438400" cy="2438400"/>
          </a:xfrm>
          <a:custGeom>
            <a:avLst/>
            <a:gdLst>
              <a:gd name="csX0" fmla="*/ 609600 w 2438400"/>
              <a:gd name="csY0" fmla="*/ 0 h 2438400"/>
              <a:gd name="csX1" fmla="*/ 1828800 w 2438400"/>
              <a:gd name="csY1" fmla="*/ 0 h 2438400"/>
              <a:gd name="csX2" fmla="*/ 2438400 w 2438400"/>
              <a:gd name="csY2" fmla="*/ 609600 h 2438400"/>
              <a:gd name="csX3" fmla="*/ 2438400 w 2438400"/>
              <a:gd name="csY3" fmla="*/ 1828800 h 2438400"/>
              <a:gd name="csX4" fmla="*/ 1828800 w 2438400"/>
              <a:gd name="csY4" fmla="*/ 2438400 h 2438400"/>
              <a:gd name="csX5" fmla="*/ 609600 w 2438400"/>
              <a:gd name="csY5" fmla="*/ 2438400 h 2438400"/>
              <a:gd name="csX6" fmla="*/ 0 w 2438400"/>
              <a:gd name="csY6" fmla="*/ 1828800 h 2438400"/>
              <a:gd name="csX7" fmla="*/ 0 w 2438400"/>
              <a:gd name="csY7" fmla="*/ 609600 h 2438400"/>
              <a:gd name="csX8" fmla="*/ 609600 w 2438400"/>
              <a:gd name="csY8" fmla="*/ 0 h 2438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38400" h="2438400">
                <a:moveTo>
                  <a:pt x="609600" y="0"/>
                </a:moveTo>
                <a:lnTo>
                  <a:pt x="1828800" y="0"/>
                </a:lnTo>
                <a:cubicBezTo>
                  <a:pt x="2165473" y="0"/>
                  <a:pt x="2438400" y="272927"/>
                  <a:pt x="2438400" y="609600"/>
                </a:cubicBezTo>
                <a:lnTo>
                  <a:pt x="2438400" y="1828800"/>
                </a:lnTo>
                <a:cubicBezTo>
                  <a:pt x="2438400" y="2165473"/>
                  <a:pt x="2165473" y="2438400"/>
                  <a:pt x="1828800" y="2438400"/>
                </a:cubicBezTo>
                <a:lnTo>
                  <a:pt x="609600" y="2438400"/>
                </a:lnTo>
                <a:cubicBezTo>
                  <a:pt x="272927" y="2438400"/>
                  <a:pt x="0" y="2165473"/>
                  <a:pt x="0" y="1828800"/>
                </a:cubicBezTo>
                <a:lnTo>
                  <a:pt x="0" y="609600"/>
                </a:lnTo>
                <a:cubicBezTo>
                  <a:pt x="0" y="272927"/>
                  <a:pt x="272927" y="0"/>
                  <a:pt x="609600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61B711-3054-FE58-77F9-808A13AC9321}"/>
              </a:ext>
            </a:extLst>
          </p:cNvPr>
          <p:cNvCxnSpPr>
            <a:cxnSpLocks/>
          </p:cNvCxnSpPr>
          <p:nvPr/>
        </p:nvCxnSpPr>
        <p:spPr>
          <a:xfrm>
            <a:off x="11887200" y="4419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BCDF">
            <a:extLst>
              <a:ext uri="{FF2B5EF4-FFF2-40B4-BE49-F238E27FC236}">
                <a16:creationId xmlns:a16="http://schemas.microsoft.com/office/drawing/2014/main" id="{BE962936-D05E-EB9C-F775-1145C1F582BC}"/>
              </a:ext>
            </a:extLst>
          </p:cNvPr>
          <p:cNvSpPr/>
          <p:nvPr/>
        </p:nvSpPr>
        <p:spPr>
          <a:xfrm>
            <a:off x="9906000" y="914400"/>
            <a:ext cx="3882419" cy="3862977"/>
          </a:xfrm>
          <a:custGeom>
            <a:avLst/>
            <a:gdLst>
              <a:gd name="csX0" fmla="*/ 1642676 w 3882419"/>
              <a:gd name="csY0" fmla="*/ 107663 h 3862977"/>
              <a:gd name="csX1" fmla="*/ 2252276 w 3882419"/>
              <a:gd name="csY1" fmla="*/ 107663 h 3862977"/>
              <a:gd name="csX2" fmla="*/ 3776276 w 3882419"/>
              <a:gd name="csY2" fmla="*/ 1631663 h 3862977"/>
              <a:gd name="csX3" fmla="*/ 3776276 w 3882419"/>
              <a:gd name="csY3" fmla="*/ 2241263 h 3862977"/>
              <a:gd name="csX4" fmla="*/ 1204526 w 3882419"/>
              <a:gd name="csY4" fmla="*/ 2488913 h 3862977"/>
              <a:gd name="csX5" fmla="*/ 728276 w 3882419"/>
              <a:gd name="csY5" fmla="*/ 3765263 h 3862977"/>
              <a:gd name="csX6" fmla="*/ 118676 w 3882419"/>
              <a:gd name="csY6" fmla="*/ 3765263 h 3862977"/>
              <a:gd name="csX7" fmla="*/ 118676 w 3882419"/>
              <a:gd name="csY7" fmla="*/ 2622263 h 3862977"/>
              <a:gd name="csX8" fmla="*/ 118676 w 3882419"/>
              <a:gd name="csY8" fmla="*/ 1631663 h 3862977"/>
              <a:gd name="csX9" fmla="*/ 1642676 w 3882419"/>
              <a:gd name="csY9" fmla="*/ 107663 h 3862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882419" h="3862977">
                <a:moveTo>
                  <a:pt x="1642676" y="107663"/>
                </a:moveTo>
                <a:cubicBezTo>
                  <a:pt x="1786313" y="-36021"/>
                  <a:pt x="2108640" y="-36021"/>
                  <a:pt x="2252276" y="107663"/>
                </a:cubicBezTo>
                <a:lnTo>
                  <a:pt x="3776276" y="1631663"/>
                </a:lnTo>
                <a:cubicBezTo>
                  <a:pt x="3919913" y="1775348"/>
                  <a:pt x="3912864" y="2090854"/>
                  <a:pt x="3776276" y="2241263"/>
                </a:cubicBezTo>
                <a:cubicBezTo>
                  <a:pt x="3197251" y="2878752"/>
                  <a:pt x="1887564" y="1964409"/>
                  <a:pt x="1204526" y="2488913"/>
                </a:cubicBezTo>
                <a:cubicBezTo>
                  <a:pt x="844385" y="2765471"/>
                  <a:pt x="1101276" y="3506307"/>
                  <a:pt x="728276" y="3765263"/>
                </a:cubicBezTo>
                <a:cubicBezTo>
                  <a:pt x="561398" y="3881144"/>
                  <a:pt x="262313" y="3908948"/>
                  <a:pt x="118676" y="3765263"/>
                </a:cubicBezTo>
                <a:cubicBezTo>
                  <a:pt x="-150691" y="3495858"/>
                  <a:pt x="118676" y="3003263"/>
                  <a:pt x="118676" y="2622263"/>
                </a:cubicBezTo>
                <a:cubicBezTo>
                  <a:pt x="118676" y="2292060"/>
                  <a:pt x="-7721" y="1936730"/>
                  <a:pt x="118676" y="1631663"/>
                </a:cubicBezTo>
                <a:cubicBezTo>
                  <a:pt x="393568" y="967932"/>
                  <a:pt x="1642676" y="107663"/>
                  <a:pt x="1642676" y="107663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68" name="EIJ">
            <a:extLst>
              <a:ext uri="{FF2B5EF4-FFF2-40B4-BE49-F238E27FC236}">
                <a16:creationId xmlns:a16="http://schemas.microsoft.com/office/drawing/2014/main" id="{5533EE2F-1DAF-ED93-3363-DE735B3475E3}"/>
              </a:ext>
            </a:extLst>
          </p:cNvPr>
          <p:cNvSpPr/>
          <p:nvPr/>
        </p:nvSpPr>
        <p:spPr>
          <a:xfrm>
            <a:off x="8382000" y="3962400"/>
            <a:ext cx="2416110" cy="2416143"/>
          </a:xfrm>
          <a:custGeom>
            <a:avLst/>
            <a:gdLst>
              <a:gd name="csX0" fmla="*/ 128199 w 2416110"/>
              <a:gd name="csY0" fmla="*/ 96394 h 2416143"/>
              <a:gd name="csX1" fmla="*/ 675770 w 2416110"/>
              <a:gd name="csY1" fmla="*/ 96394 h 2416143"/>
              <a:gd name="csX2" fmla="*/ 2318481 w 2416110"/>
              <a:gd name="csY2" fmla="*/ 1739106 h 2416143"/>
              <a:gd name="csX3" fmla="*/ 2318481 w 2416110"/>
              <a:gd name="csY3" fmla="*/ 2286676 h 2416143"/>
              <a:gd name="csX4" fmla="*/ 1086447 w 2416110"/>
              <a:gd name="csY4" fmla="*/ 2286676 h 2416143"/>
              <a:gd name="csX5" fmla="*/ 128199 w 2416110"/>
              <a:gd name="csY5" fmla="*/ 2286676 h 2416143"/>
              <a:gd name="csX6" fmla="*/ 128199 w 2416110"/>
              <a:gd name="csY6" fmla="*/ 1328428 h 2416143"/>
              <a:gd name="csX7" fmla="*/ 128199 w 2416110"/>
              <a:gd name="csY7" fmla="*/ 96394 h 2416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16110" h="2416143">
                <a:moveTo>
                  <a:pt x="128199" y="96394"/>
                </a:moveTo>
                <a:cubicBezTo>
                  <a:pt x="257263" y="-32670"/>
                  <a:pt x="546705" y="-32670"/>
                  <a:pt x="675770" y="96394"/>
                </a:cubicBezTo>
                <a:lnTo>
                  <a:pt x="2318481" y="1739106"/>
                </a:lnTo>
                <a:cubicBezTo>
                  <a:pt x="2447502" y="1868170"/>
                  <a:pt x="2447502" y="2157612"/>
                  <a:pt x="2318481" y="2286676"/>
                </a:cubicBezTo>
                <a:cubicBezTo>
                  <a:pt x="2028098" y="2577068"/>
                  <a:pt x="1497125" y="2286676"/>
                  <a:pt x="1086447" y="2286676"/>
                </a:cubicBezTo>
                <a:cubicBezTo>
                  <a:pt x="767034" y="2286676"/>
                  <a:pt x="354063" y="2512541"/>
                  <a:pt x="128199" y="2286676"/>
                </a:cubicBezTo>
                <a:cubicBezTo>
                  <a:pt x="-97665" y="2060812"/>
                  <a:pt x="128199" y="1647841"/>
                  <a:pt x="128199" y="1328428"/>
                </a:cubicBezTo>
                <a:cubicBezTo>
                  <a:pt x="128199" y="917750"/>
                  <a:pt x="-162193" y="386786"/>
                  <a:pt x="128199" y="96394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9F97CC4-F247-2876-5E1F-A61D57B6E247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49BE36A7-2317-4AC2-AAA9-68A75D5F9831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946479C-7608-0799-A8F4-D9E77AD0955C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0005FCB-4283-E704-56EC-82A97DCB6B7A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B4086D1-73D7-A9A6-4FBF-DF6CB166EF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E897C0-173F-2D45-795F-F419D0C510F5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F80683-6D23-9A60-6DFA-744838A6E959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9D609A-DC06-390A-0C85-44AE586BDA5E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D55D55-565A-BD9D-19DB-F4A76B7A12D7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628205-681E-90F0-BFA4-E4310FE5CFCD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DA947D-B128-569A-AF89-E4897A441A3A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5FF8D1-F008-FEEE-A475-ACED38920F5D}"/>
              </a:ext>
            </a:extLst>
          </p:cNvPr>
          <p:cNvCxnSpPr>
            <a:cxnSpLocks/>
          </p:cNvCxnSpPr>
          <p:nvPr/>
        </p:nvCxnSpPr>
        <p:spPr>
          <a:xfrm flipV="1">
            <a:off x="10363200" y="1371600"/>
            <a:ext cx="1524000" cy="152400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E6BABD-DF77-70FE-154D-7FD5E606BA72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81335B-B3DD-94F2-C4BC-B521F982BF5F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22DF11-15D3-4C5A-D45E-7591D9D7520E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Nodes">
            <a:extLst>
              <a:ext uri="{FF2B5EF4-FFF2-40B4-BE49-F238E27FC236}">
                <a16:creationId xmlns:a16="http://schemas.microsoft.com/office/drawing/2014/main" id="{1B13F4B9-A4F0-2E61-7727-D410C8B52EE0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4EB34A8-2155-DDFE-821A-323D41F0D6BC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204168B-8265-1535-1C71-4345790D8065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2F5D5E5-777C-C7AF-4096-4F03BA5D1814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6D1E0C7-E869-2AAC-CEAF-9828610B25BC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813099A-886C-9EF8-E77B-1CB510779DBD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FD65F3E-B1FC-3235-AD99-FA0F8C3063CE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2598527-EAA5-EE5D-6BEC-B5D9E777E7F4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A9DD059-766C-83BD-6177-3CBD3E6AC391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8AE7264-E8CC-88A8-B215-7DE8DFA9EE78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D3AD9E-F044-4C15-D4B7-1A4834EF5093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0E46ED5-604B-ABE2-75E2-41AAC7D8C6B9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1F919C6-3EE1-672B-0346-4CE13F90DE35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74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8C57-6F2C-D927-25DB-E8E86ED8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1">
            <a:extLst>
              <a:ext uri="{FF2B5EF4-FFF2-40B4-BE49-F238E27FC236}">
                <a16:creationId xmlns:a16="http://schemas.microsoft.com/office/drawing/2014/main" id="{0A5EBD0E-5BF9-B0A4-4484-4785C3A621B6}"/>
              </a:ext>
            </a:extLst>
          </p:cNvPr>
          <p:cNvSpPr/>
          <p:nvPr/>
        </p:nvSpPr>
        <p:spPr>
          <a:xfrm>
            <a:off x="8229600" y="914400"/>
            <a:ext cx="6051839" cy="6222303"/>
          </a:xfrm>
          <a:custGeom>
            <a:avLst/>
            <a:gdLst>
              <a:gd name="csX0" fmla="*/ 3380039 w 6051839"/>
              <a:gd name="csY0" fmla="*/ 58846 h 6222303"/>
              <a:gd name="csX1" fmla="*/ 3996214 w 6051839"/>
              <a:gd name="csY1" fmla="*/ 58846 h 6222303"/>
              <a:gd name="csX2" fmla="*/ 5536652 w 6051839"/>
              <a:gd name="csY2" fmla="*/ 1599283 h 6222303"/>
              <a:gd name="csX3" fmla="*/ 5536652 w 6051839"/>
              <a:gd name="csY3" fmla="*/ 5296334 h 6222303"/>
              <a:gd name="csX4" fmla="*/ 299163 w 6051839"/>
              <a:gd name="csY4" fmla="*/ 5296334 h 6222303"/>
              <a:gd name="csX5" fmla="*/ 299163 w 6051839"/>
              <a:gd name="csY5" fmla="*/ 3139721 h 6222303"/>
              <a:gd name="csX6" fmla="*/ 1839601 w 6051839"/>
              <a:gd name="csY6" fmla="*/ 1599283 h 6222303"/>
              <a:gd name="csX7" fmla="*/ 3380039 w 6051839"/>
              <a:gd name="csY7" fmla="*/ 58846 h 6222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051839" h="6222303">
                <a:moveTo>
                  <a:pt x="3380039" y="58846"/>
                </a:moveTo>
                <a:cubicBezTo>
                  <a:pt x="3569801" y="-19755"/>
                  <a:pt x="3806452" y="-19755"/>
                  <a:pt x="3996214" y="58846"/>
                </a:cubicBezTo>
                <a:cubicBezTo>
                  <a:pt x="4667075" y="336741"/>
                  <a:pt x="5258795" y="928394"/>
                  <a:pt x="5536652" y="1599283"/>
                </a:cubicBezTo>
                <a:cubicBezTo>
                  <a:pt x="6008218" y="2737830"/>
                  <a:pt x="6408058" y="4424927"/>
                  <a:pt x="5536652" y="5296334"/>
                </a:cubicBezTo>
                <a:cubicBezTo>
                  <a:pt x="4302184" y="6530821"/>
                  <a:pt x="1533631" y="6530821"/>
                  <a:pt x="299163" y="5296334"/>
                </a:cubicBezTo>
                <a:cubicBezTo>
                  <a:pt x="-209152" y="4788018"/>
                  <a:pt x="24061" y="3803871"/>
                  <a:pt x="299163" y="3139721"/>
                </a:cubicBezTo>
                <a:cubicBezTo>
                  <a:pt x="577059" y="2468831"/>
                  <a:pt x="1326154" y="2112759"/>
                  <a:pt x="1839601" y="1599283"/>
                </a:cubicBezTo>
                <a:cubicBezTo>
                  <a:pt x="2353048" y="1085807"/>
                  <a:pt x="2709178" y="336741"/>
                  <a:pt x="3380039" y="58846"/>
                </a:cubicBezTo>
                <a:close/>
              </a:path>
            </a:pathLst>
          </a:custGeom>
          <a:solidFill>
            <a:srgbClr val="000000">
              <a:alpha val="20000"/>
            </a:srgbClr>
          </a:solidFill>
          <a:ln w="25642" cap="flat">
            <a:solidFill>
              <a:srgbClr val="000000">
                <a:alpha val="40000"/>
              </a:srgbClr>
            </a:solidFill>
            <a:prstDash val="solid"/>
            <a:miter/>
          </a:ln>
        </p:spPr>
      </p:sp>
      <p:sp>
        <p:nvSpPr>
          <p:cNvPr id="18" name="ABCDEFIJ">
            <a:extLst>
              <a:ext uri="{FF2B5EF4-FFF2-40B4-BE49-F238E27FC236}">
                <a16:creationId xmlns:a16="http://schemas.microsoft.com/office/drawing/2014/main" id="{48CE2208-45B0-01E7-8B48-FAFCF942BE36}"/>
              </a:ext>
            </a:extLst>
          </p:cNvPr>
          <p:cNvSpPr/>
          <p:nvPr/>
        </p:nvSpPr>
        <p:spPr>
          <a:xfrm>
            <a:off x="8229600" y="914400"/>
            <a:ext cx="5627990" cy="5761871"/>
          </a:xfrm>
          <a:custGeom>
            <a:avLst/>
            <a:gdLst>
              <a:gd name="csX0" fmla="*/ 3412752 w 5627990"/>
              <a:gd name="csY0" fmla="*/ 57185 h 5761871"/>
              <a:gd name="csX1" fmla="*/ 4022352 w 5627990"/>
              <a:gd name="csY1" fmla="*/ 57185 h 5761871"/>
              <a:gd name="csX2" fmla="*/ 5546352 w 5627990"/>
              <a:gd name="csY2" fmla="*/ 1657385 h 5761871"/>
              <a:gd name="csX3" fmla="*/ 5546352 w 5627990"/>
              <a:gd name="csY3" fmla="*/ 2266985 h 5761871"/>
              <a:gd name="csX4" fmla="*/ 3412752 w 5627990"/>
              <a:gd name="csY4" fmla="*/ 2495585 h 5761871"/>
              <a:gd name="csX5" fmla="*/ 2250702 w 5627990"/>
              <a:gd name="csY5" fmla="*/ 5467386 h 5761871"/>
              <a:gd name="csX6" fmla="*/ 364752 w 5627990"/>
              <a:gd name="csY6" fmla="*/ 5467386 h 5761871"/>
              <a:gd name="csX7" fmla="*/ 212352 w 5627990"/>
              <a:gd name="csY7" fmla="*/ 3276635 h 5761871"/>
              <a:gd name="csX8" fmla="*/ 1755402 w 5627990"/>
              <a:gd name="csY8" fmla="*/ 1543085 h 5761871"/>
              <a:gd name="csX9" fmla="*/ 3412752 w 5627990"/>
              <a:gd name="csY9" fmla="*/ 57185 h 5761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627990" h="5761871">
                <a:moveTo>
                  <a:pt x="3412752" y="57185"/>
                </a:moveTo>
                <a:cubicBezTo>
                  <a:pt x="3602490" y="-15433"/>
                  <a:pt x="3835567" y="-22859"/>
                  <a:pt x="4022352" y="57185"/>
                </a:cubicBezTo>
                <a:cubicBezTo>
                  <a:pt x="4699388" y="347345"/>
                  <a:pt x="5272794" y="973471"/>
                  <a:pt x="5546352" y="1657385"/>
                </a:cubicBezTo>
                <a:cubicBezTo>
                  <a:pt x="5621790" y="1846047"/>
                  <a:pt x="5682178" y="2115843"/>
                  <a:pt x="5546352" y="2266985"/>
                </a:cubicBezTo>
                <a:cubicBezTo>
                  <a:pt x="5068293" y="2799014"/>
                  <a:pt x="3981109" y="2061350"/>
                  <a:pt x="3412752" y="2495585"/>
                </a:cubicBezTo>
                <a:cubicBezTo>
                  <a:pt x="2567503" y="3141314"/>
                  <a:pt x="3129192" y="4867663"/>
                  <a:pt x="2250702" y="5467386"/>
                </a:cubicBezTo>
                <a:cubicBezTo>
                  <a:pt x="1731494" y="5821839"/>
                  <a:pt x="824438" y="5896211"/>
                  <a:pt x="364752" y="5467386"/>
                </a:cubicBezTo>
                <a:cubicBezTo>
                  <a:pt x="-170525" y="4968057"/>
                  <a:pt x="-24116" y="3969408"/>
                  <a:pt x="212352" y="3276635"/>
                </a:cubicBezTo>
                <a:cubicBezTo>
                  <a:pt x="462250" y="2544506"/>
                  <a:pt x="1209362" y="2091087"/>
                  <a:pt x="1755402" y="1543085"/>
                </a:cubicBezTo>
                <a:cubicBezTo>
                  <a:pt x="2279086" y="1017496"/>
                  <a:pt x="2719808" y="322342"/>
                  <a:pt x="3412752" y="57185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</p:sp>
      <p:sp>
        <p:nvSpPr>
          <p:cNvPr id="32" name="GHKL">
            <a:extLst>
              <a:ext uri="{FF2B5EF4-FFF2-40B4-BE49-F238E27FC236}">
                <a16:creationId xmlns:a16="http://schemas.microsoft.com/office/drawing/2014/main" id="{350429C1-9AF0-CB2B-A8E6-50B94DFCD1B0}"/>
              </a:ext>
            </a:extLst>
          </p:cNvPr>
          <p:cNvSpPr/>
          <p:nvPr/>
        </p:nvSpPr>
        <p:spPr>
          <a:xfrm>
            <a:off x="11430000" y="3962400"/>
            <a:ext cx="2438400" cy="2438400"/>
          </a:xfrm>
          <a:custGeom>
            <a:avLst/>
            <a:gdLst>
              <a:gd name="csX0" fmla="*/ 609600 w 2438400"/>
              <a:gd name="csY0" fmla="*/ 0 h 2438400"/>
              <a:gd name="csX1" fmla="*/ 1828800 w 2438400"/>
              <a:gd name="csY1" fmla="*/ 0 h 2438400"/>
              <a:gd name="csX2" fmla="*/ 2438400 w 2438400"/>
              <a:gd name="csY2" fmla="*/ 609600 h 2438400"/>
              <a:gd name="csX3" fmla="*/ 2438400 w 2438400"/>
              <a:gd name="csY3" fmla="*/ 1828800 h 2438400"/>
              <a:gd name="csX4" fmla="*/ 1828800 w 2438400"/>
              <a:gd name="csY4" fmla="*/ 2438400 h 2438400"/>
              <a:gd name="csX5" fmla="*/ 609600 w 2438400"/>
              <a:gd name="csY5" fmla="*/ 2438400 h 2438400"/>
              <a:gd name="csX6" fmla="*/ 0 w 2438400"/>
              <a:gd name="csY6" fmla="*/ 1828800 h 2438400"/>
              <a:gd name="csX7" fmla="*/ 0 w 2438400"/>
              <a:gd name="csY7" fmla="*/ 609600 h 2438400"/>
              <a:gd name="csX8" fmla="*/ 609600 w 2438400"/>
              <a:gd name="csY8" fmla="*/ 0 h 2438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38400" h="2438400">
                <a:moveTo>
                  <a:pt x="609600" y="0"/>
                </a:moveTo>
                <a:lnTo>
                  <a:pt x="1828800" y="0"/>
                </a:lnTo>
                <a:cubicBezTo>
                  <a:pt x="2165473" y="0"/>
                  <a:pt x="2438400" y="272927"/>
                  <a:pt x="2438400" y="609600"/>
                </a:cubicBezTo>
                <a:lnTo>
                  <a:pt x="2438400" y="1828800"/>
                </a:lnTo>
                <a:cubicBezTo>
                  <a:pt x="2438400" y="2165473"/>
                  <a:pt x="2165473" y="2438400"/>
                  <a:pt x="1828800" y="2438400"/>
                </a:cubicBezTo>
                <a:lnTo>
                  <a:pt x="609600" y="2438400"/>
                </a:lnTo>
                <a:cubicBezTo>
                  <a:pt x="272927" y="2438400"/>
                  <a:pt x="0" y="2165473"/>
                  <a:pt x="0" y="1828800"/>
                </a:cubicBezTo>
                <a:lnTo>
                  <a:pt x="0" y="609600"/>
                </a:lnTo>
                <a:cubicBezTo>
                  <a:pt x="0" y="272927"/>
                  <a:pt x="272927" y="0"/>
                  <a:pt x="609600" y="0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 w="25400" cap="flat">
            <a:solidFill>
              <a:schemeClr val="tx1">
                <a:alpha val="40000"/>
              </a:schemeClr>
            </a:solidFill>
            <a:prstDash val="solid"/>
            <a:miter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A6C77F-818A-4F3D-52C2-6BD19BD1DD15}"/>
              </a:ext>
            </a:extLst>
          </p:cNvPr>
          <p:cNvCxnSpPr>
            <a:cxnSpLocks/>
          </p:cNvCxnSpPr>
          <p:nvPr/>
        </p:nvCxnSpPr>
        <p:spPr>
          <a:xfrm>
            <a:off x="11887200" y="4419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79D41545-8EF7-C97C-4F13-A80D6ABC05CD}"/>
              </a:ext>
            </a:extLst>
          </p:cNvPr>
          <p:cNvCxnSpPr>
            <a:cxnSpLocks/>
          </p:cNvCxnSpPr>
          <p:nvPr/>
        </p:nvCxnSpPr>
        <p:spPr>
          <a:xfrm flipH="1">
            <a:off x="11887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2B54916-6E7C-F31F-6FE2-ED625C173237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D8B6976-2BE5-D520-1B5D-893920EC7EC3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13DE36F-9568-3258-64D4-37C3E25816E6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152400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67AEABD-CBFD-C214-AA9E-926ED3FF8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/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(r ≠ s)</a:t>
            </a:r>
          </a:p>
          <a:p>
            <a:r>
              <a:rPr lang="en-US" sz="3200"/>
              <a:t>    {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⟵ “YES”;</a:t>
            </a:r>
            <a:endParaRPr lang="en-US" sz="3200"/>
          </a:p>
          <a:p>
            <a:r>
              <a:rPr lang="en-US" sz="3200"/>
              <a:t>       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Unite(r, s)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/>
              <a:t>    }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else</a:t>
            </a:r>
          </a:p>
          <a:p>
            <a:r>
              <a:rPr lang="en-US" sz="3200"/>
              <a:t>        Output </a:t>
            </a:r>
            <a:r>
              <a:rPr lang="en-US" sz="3200">
                <a:sym typeface="Symbol" panose="05050102010706020507" pitchFamily="18" charset="2"/>
              </a:rPr>
              <a:t>⟵ “NO”;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E4208-4CC2-D904-1948-3535C74E3A81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5F4B43-38C8-AA71-D0A3-643D79C53440}"/>
              </a:ext>
            </a:extLst>
          </p:cNvPr>
          <p:cNvCxnSpPr>
            <a:cxnSpLocks/>
          </p:cNvCxnSpPr>
          <p:nvPr/>
        </p:nvCxnSpPr>
        <p:spPr>
          <a:xfrm>
            <a:off x="13411200" y="4419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EAB5C1-6329-4C38-94B9-453FE2BE0997}"/>
              </a:ext>
            </a:extLst>
          </p:cNvPr>
          <p:cNvCxnSpPr>
            <a:cxnSpLocks/>
          </p:cNvCxnSpPr>
          <p:nvPr/>
        </p:nvCxnSpPr>
        <p:spPr>
          <a:xfrm>
            <a:off x="8839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A38A38-4D76-1C13-F0AA-52C1DFB9E3FF}"/>
              </a:ext>
            </a:extLst>
          </p:cNvPr>
          <p:cNvCxnSpPr>
            <a:cxnSpLocks/>
          </p:cNvCxnSpPr>
          <p:nvPr/>
        </p:nvCxnSpPr>
        <p:spPr>
          <a:xfrm>
            <a:off x="11887200" y="5943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61E436-F875-1422-470C-9C342BE7A4EB}"/>
              </a:ext>
            </a:extLst>
          </p:cNvPr>
          <p:cNvCxnSpPr>
            <a:cxnSpLocks/>
          </p:cNvCxnSpPr>
          <p:nvPr/>
        </p:nvCxnSpPr>
        <p:spPr>
          <a:xfrm>
            <a:off x="10363200" y="2895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267510-7C13-4966-0098-3D304CFE2909}"/>
              </a:ext>
            </a:extLst>
          </p:cNvPr>
          <p:cNvCxnSpPr>
            <a:cxnSpLocks/>
          </p:cNvCxnSpPr>
          <p:nvPr/>
        </p:nvCxnSpPr>
        <p:spPr>
          <a:xfrm>
            <a:off x="11887200" y="1371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2028A1-7365-0E9D-4ACC-12FC4D06A88A}"/>
              </a:ext>
            </a:extLst>
          </p:cNvPr>
          <p:cNvCxnSpPr>
            <a:cxnSpLocks/>
          </p:cNvCxnSpPr>
          <p:nvPr/>
        </p:nvCxnSpPr>
        <p:spPr>
          <a:xfrm flipV="1">
            <a:off x="10363200" y="1371600"/>
            <a:ext cx="1524000" cy="152400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9D99FDD-7E08-1D35-45AE-CC6F9EDC1B68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1524000" cy="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496D92-302B-9A39-F451-BA9C82AC0F5C}"/>
              </a:ext>
            </a:extLst>
          </p:cNvPr>
          <p:cNvCxnSpPr>
            <a:cxnSpLocks/>
          </p:cNvCxnSpPr>
          <p:nvPr/>
        </p:nvCxnSpPr>
        <p:spPr>
          <a:xfrm>
            <a:off x="8839200" y="4419600"/>
            <a:ext cx="1524000" cy="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3E13BA-07D2-51A2-4444-45D571248A30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0" cy="1524000"/>
          </a:xfrm>
          <a:prstGeom prst="line">
            <a:avLst/>
          </a:prstGeom>
          <a:ln w="76200" cap="rnd">
            <a:solidFill>
              <a:schemeClr val="tx2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21FCFA-99CE-2BCD-3430-951923F1E9D2}"/>
              </a:ext>
            </a:extLst>
          </p:cNvPr>
          <p:cNvCxnSpPr>
            <a:cxnSpLocks/>
          </p:cNvCxnSpPr>
          <p:nvPr/>
        </p:nvCxnSpPr>
        <p:spPr>
          <a:xfrm>
            <a:off x="11887200" y="2895600"/>
            <a:ext cx="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B4A2FE-69E2-1421-41F0-5647804D5ECE}"/>
              </a:ext>
            </a:extLst>
          </p:cNvPr>
          <p:cNvCxnSpPr>
            <a:cxnSpLocks/>
          </p:cNvCxnSpPr>
          <p:nvPr/>
        </p:nvCxnSpPr>
        <p:spPr>
          <a:xfrm flipV="1">
            <a:off x="11887200" y="2895600"/>
            <a:ext cx="1524000" cy="152400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ED3543-67A6-E9B3-1C08-299ED400422F}"/>
              </a:ext>
            </a:extLst>
          </p:cNvPr>
          <p:cNvCxnSpPr>
            <a:cxnSpLocks/>
          </p:cNvCxnSpPr>
          <p:nvPr/>
        </p:nvCxnSpPr>
        <p:spPr>
          <a:xfrm flipV="1">
            <a:off x="11887200" y="2895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890D44-25EA-7914-0B5A-FE54E558A4A3}"/>
              </a:ext>
            </a:extLst>
          </p:cNvPr>
          <p:cNvCxnSpPr>
            <a:cxnSpLocks/>
          </p:cNvCxnSpPr>
          <p:nvPr/>
        </p:nvCxnSpPr>
        <p:spPr>
          <a:xfrm flipV="1">
            <a:off x="10363200" y="4419600"/>
            <a:ext cx="1524000" cy="1524000"/>
          </a:xfrm>
          <a:prstGeom prst="line">
            <a:avLst/>
          </a:prstGeom>
          <a:ln w="76200" cap="rnd">
            <a:solidFill>
              <a:schemeClr val="accent5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0FD37B-7A9A-D46F-209A-86623B3BFA8A}"/>
              </a:ext>
            </a:extLst>
          </p:cNvPr>
          <p:cNvCxnSpPr>
            <a:cxnSpLocks/>
          </p:cNvCxnSpPr>
          <p:nvPr/>
        </p:nvCxnSpPr>
        <p:spPr>
          <a:xfrm flipV="1">
            <a:off x="10363200" y="4419600"/>
            <a:ext cx="1524000" cy="1524000"/>
          </a:xfrm>
          <a:prstGeom prst="line">
            <a:avLst/>
          </a:prstGeom>
          <a:ln w="76200" cap="rnd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Nodes">
            <a:extLst>
              <a:ext uri="{FF2B5EF4-FFF2-40B4-BE49-F238E27FC236}">
                <a16:creationId xmlns:a16="http://schemas.microsoft.com/office/drawing/2014/main" id="{49EA1261-0CA3-9240-BF2D-5F7F49AEB732}"/>
              </a:ext>
            </a:extLst>
          </p:cNvPr>
          <p:cNvGrpSpPr/>
          <p:nvPr/>
        </p:nvGrpSpPr>
        <p:grpSpPr>
          <a:xfrm>
            <a:off x="8534400" y="1066800"/>
            <a:ext cx="5181600" cy="5181600"/>
            <a:chOff x="8534400" y="1066800"/>
            <a:chExt cx="5181600" cy="51816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FEF3AA1-458D-243D-C834-E880D50105B6}"/>
                </a:ext>
              </a:extLst>
            </p:cNvPr>
            <p:cNvSpPr/>
            <p:nvPr/>
          </p:nvSpPr>
          <p:spPr>
            <a:xfrm>
              <a:off x="11582400" y="1066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A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D554C7D-0081-B2CF-DD22-DC00D6C6EFCB}"/>
                </a:ext>
              </a:extLst>
            </p:cNvPr>
            <p:cNvSpPr/>
            <p:nvPr/>
          </p:nvSpPr>
          <p:spPr>
            <a:xfrm>
              <a:off x="10058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B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9F092BA-88AA-F6AF-CF64-B35A81CE9CDA}"/>
                </a:ext>
              </a:extLst>
            </p:cNvPr>
            <p:cNvSpPr/>
            <p:nvPr/>
          </p:nvSpPr>
          <p:spPr>
            <a:xfrm>
              <a:off x="11582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C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577A872-BF81-5D53-5306-8F2332B52184}"/>
                </a:ext>
              </a:extLst>
            </p:cNvPr>
            <p:cNvSpPr/>
            <p:nvPr/>
          </p:nvSpPr>
          <p:spPr>
            <a:xfrm>
              <a:off x="13106400" y="2590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D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177FB51-E3C9-9A70-71AD-E92A4881F81E}"/>
                </a:ext>
              </a:extLst>
            </p:cNvPr>
            <p:cNvSpPr/>
            <p:nvPr/>
          </p:nvSpPr>
          <p:spPr>
            <a:xfrm>
              <a:off x="10058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B3B2E26-85F5-1F83-1E13-95AE25075C77}"/>
                </a:ext>
              </a:extLst>
            </p:cNvPr>
            <p:cNvSpPr/>
            <p:nvPr/>
          </p:nvSpPr>
          <p:spPr>
            <a:xfrm>
              <a:off x="11582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G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DCE0001-4EAD-2E38-BE1B-FB5484B64D0D}"/>
                </a:ext>
              </a:extLst>
            </p:cNvPr>
            <p:cNvSpPr/>
            <p:nvPr/>
          </p:nvSpPr>
          <p:spPr>
            <a:xfrm>
              <a:off x="13106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H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8622C86-4917-A92D-02E3-D91D5AD0068C}"/>
                </a:ext>
              </a:extLst>
            </p:cNvPr>
            <p:cNvSpPr/>
            <p:nvPr/>
          </p:nvSpPr>
          <p:spPr>
            <a:xfrm>
              <a:off x="10058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J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5CEBC1B-8F3A-E2D8-D64F-96C6184C6573}"/>
                </a:ext>
              </a:extLst>
            </p:cNvPr>
            <p:cNvSpPr/>
            <p:nvPr/>
          </p:nvSpPr>
          <p:spPr>
            <a:xfrm>
              <a:off x="11582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K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DBA852D-3BE7-2016-13E5-D22439ACEEBB}"/>
                </a:ext>
              </a:extLst>
            </p:cNvPr>
            <p:cNvSpPr/>
            <p:nvPr/>
          </p:nvSpPr>
          <p:spPr>
            <a:xfrm>
              <a:off x="13106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L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73AFEEF-423D-AE40-0C56-42107EC86576}"/>
                </a:ext>
              </a:extLst>
            </p:cNvPr>
            <p:cNvSpPr/>
            <p:nvPr/>
          </p:nvSpPr>
          <p:spPr>
            <a:xfrm>
              <a:off x="8534400" y="4114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4DC9910-4516-2B75-EAAA-FD693AE57EB3}"/>
                </a:ext>
              </a:extLst>
            </p:cNvPr>
            <p:cNvSpPr/>
            <p:nvPr/>
          </p:nvSpPr>
          <p:spPr>
            <a:xfrm>
              <a:off x="8534400" y="5638800"/>
              <a:ext cx="609600" cy="6096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420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167E93-E391-44EB-974B-BA0F9D02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Rừng các tập rời nhau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D4B6B8D-B78E-4088-838C-6EF809C3F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2880" y="1371600"/>
                <a:ext cx="8412480" cy="585216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Viên bi: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0…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/>
              </a:p>
              <a:p>
                <a:r>
                  <a:rPr lang="en-US"/>
                  <a:t>Hộp chứa bi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/>
                  <a:t> cây</a:t>
                </a:r>
              </a:p>
              <a:p>
                <a:pPr lvl="1"/>
                <a:r>
                  <a:rPr lang="en-US"/>
                  <a:t>Mỗi nút chứa một viên bi</a:t>
                </a:r>
              </a:p>
              <a:p>
                <a:pPr lvl="1"/>
                <a:r>
                  <a:rPr lang="en-US"/>
                  <a:t>Nút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/>
                  <a:t> viên bi chứa trong nút</a:t>
                </a:r>
              </a:p>
              <a:p>
                <a:r>
                  <a:rPr lang="en-US"/>
                  <a:t>Biểu diễn cây: parent pointers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𝑙𝑎𝑏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không phải gốc: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𝑙𝑎𝑏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mtClean="0"/>
                      <m:t>n</m:t>
                    </m:r>
                    <m:r>
                      <m:rPr>
                        <m:nor/>
                      </m:rPr>
                      <a:rPr lang="en-US" smtClean="0"/>
                      <m:t>ú</m:t>
                    </m:r>
                    <m:r>
                      <m:rPr>
                        <m:nor/>
                      </m:rPr>
                      <a:rPr lang="en-US" smtClean="0"/>
                      <m:t>t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cha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</m:t>
                    </m:r>
                    <m:r>
                      <m:rPr>
                        <m:nor/>
                      </m:rPr>
                      <a:rPr lang="en-US" smtClean="0"/>
                      <m:t>ủ</m:t>
                    </m:r>
                    <m:r>
                      <m:rPr>
                        <m:nor/>
                      </m:rPr>
                      <a:rPr lang="en-US" smtClean="0"/>
                      <m:t>a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/>
              </a:p>
              <a:p>
                <a:pPr lvl="1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là gốc: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𝑙𝑎𝑏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smtClean="0"/>
                      <m:t>S</m:t>
                    </m:r>
                    <m:r>
                      <m:rPr>
                        <m:nor/>
                      </m:rPr>
                      <a:rPr lang="en-US" smtClean="0"/>
                      <m:t>ố </m:t>
                    </m:r>
                    <m:r>
                      <m:rPr>
                        <m:nor/>
                      </m:rPr>
                      <a:rPr lang="en-US" smtClean="0"/>
                      <m:t>n</m:t>
                    </m:r>
                    <m:r>
                      <m:rPr>
                        <m:nor/>
                      </m:rPr>
                      <a:rPr lang="en-US" smtClean="0"/>
                      <m:t>ú</m:t>
                    </m:r>
                    <m:r>
                      <m:rPr>
                        <m:nor/>
                      </m:rPr>
                      <a:rPr lang="en-US" smtClean="0"/>
                      <m:t>t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trong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c</m:t>
                    </m:r>
                    <m:r>
                      <m:rPr>
                        <m:nor/>
                      </m:rPr>
                      <a:rPr lang="en-US" smtClean="0"/>
                      <m:t>â</m:t>
                    </m:r>
                    <m:r>
                      <m:rPr>
                        <m:nor/>
                      </m:rPr>
                      <a:rPr lang="en-US" smtClean="0"/>
                      <m:t>y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g</m:t>
                    </m:r>
                    <m:r>
                      <m:rPr>
                        <m:nor/>
                      </m:rPr>
                      <a:rPr lang="en-US" smtClean="0"/>
                      <m:t>ố</m:t>
                    </m:r>
                    <m:r>
                      <m:rPr>
                        <m:nor/>
                      </m:rPr>
                      <a:rPr lang="en-US" smtClean="0"/>
                      <m:t>c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Khởi tạo: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𝑙𝑎𝑏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/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D4B6B8D-B78E-4088-838C-6EF809C3F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0" y="1371600"/>
                <a:ext cx="8412480" cy="5852160"/>
              </a:xfrm>
              <a:blipFill>
                <a:blip r:embed="rId2"/>
                <a:stretch>
                  <a:fillRect t="-1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2A1D99-A484-4A65-9471-416E52FF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D866D0B-1F23-4D43-AD6B-F183BDD10F1E}"/>
              </a:ext>
            </a:extLst>
          </p:cNvPr>
          <p:cNvGrpSpPr/>
          <p:nvPr/>
        </p:nvGrpSpPr>
        <p:grpSpPr>
          <a:xfrm>
            <a:off x="8991600" y="2133600"/>
            <a:ext cx="2438400" cy="3352800"/>
            <a:chOff x="9326880" y="1737360"/>
            <a:chExt cx="2926080" cy="402336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936F67-07FC-4BED-9967-A2B398B03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2640" y="2103120"/>
              <a:ext cx="1097280" cy="164592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C88855-203A-4E46-8759-6FBB45079D43}"/>
                </a:ext>
              </a:extLst>
            </p:cNvPr>
            <p:cNvCxnSpPr/>
            <p:nvPr/>
          </p:nvCxnSpPr>
          <p:spPr>
            <a:xfrm>
              <a:off x="10789920" y="2103120"/>
              <a:ext cx="0" cy="164592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0225BB-E58F-4EE4-89C1-93029CDC88CD}"/>
                </a:ext>
              </a:extLst>
            </p:cNvPr>
            <p:cNvCxnSpPr/>
            <p:nvPr/>
          </p:nvCxnSpPr>
          <p:spPr>
            <a:xfrm>
              <a:off x="10789920" y="2103120"/>
              <a:ext cx="1097280" cy="164592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6B3DF1-3741-4E45-A8AE-1E45E920407D}"/>
                </a:ext>
              </a:extLst>
            </p:cNvPr>
            <p:cNvCxnSpPr/>
            <p:nvPr/>
          </p:nvCxnSpPr>
          <p:spPr>
            <a:xfrm flipH="1">
              <a:off x="10241280" y="3749040"/>
              <a:ext cx="548640" cy="164592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972BDE7-DE9D-4838-947E-51A6B5A3FAF2}"/>
                </a:ext>
              </a:extLst>
            </p:cNvPr>
            <p:cNvCxnSpPr>
              <a:cxnSpLocks/>
            </p:cNvCxnSpPr>
            <p:nvPr/>
          </p:nvCxnSpPr>
          <p:spPr>
            <a:xfrm>
              <a:off x="10789920" y="3749040"/>
              <a:ext cx="548640" cy="164592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58C18AC-C07E-4DB2-B8C4-72917A586395}"/>
                </a:ext>
              </a:extLst>
            </p:cNvPr>
            <p:cNvSpPr/>
            <p:nvPr/>
          </p:nvSpPr>
          <p:spPr>
            <a:xfrm>
              <a:off x="10424160" y="173736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F85A562-5A8A-4B9E-874D-4CAB249C9B84}"/>
                </a:ext>
              </a:extLst>
            </p:cNvPr>
            <p:cNvSpPr/>
            <p:nvPr/>
          </p:nvSpPr>
          <p:spPr>
            <a:xfrm>
              <a:off x="9326880" y="338328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D46A47C-9D31-4F79-82DF-49F78CAC4EA1}"/>
                </a:ext>
              </a:extLst>
            </p:cNvPr>
            <p:cNvSpPr/>
            <p:nvPr/>
          </p:nvSpPr>
          <p:spPr>
            <a:xfrm>
              <a:off x="10424160" y="338328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3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DD9C86-CA4B-4981-9CEC-AA8B56C3E661}"/>
                </a:ext>
              </a:extLst>
            </p:cNvPr>
            <p:cNvSpPr/>
            <p:nvPr/>
          </p:nvSpPr>
          <p:spPr>
            <a:xfrm>
              <a:off x="11521440" y="338328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84491F4-8C9C-40A9-8E74-7826472E6188}"/>
                </a:ext>
              </a:extLst>
            </p:cNvPr>
            <p:cNvSpPr/>
            <p:nvPr/>
          </p:nvSpPr>
          <p:spPr>
            <a:xfrm>
              <a:off x="9875520" y="502920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9938CBA-0F2A-4139-80EF-6B2983A670C1}"/>
                </a:ext>
              </a:extLst>
            </p:cNvPr>
            <p:cNvSpPr/>
            <p:nvPr/>
          </p:nvSpPr>
          <p:spPr>
            <a:xfrm>
              <a:off x="10972800" y="502920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rPr>
                <a:t>1</a:t>
              </a: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3D66C01-CDD1-4590-9C29-1560E5B30781}"/>
              </a:ext>
            </a:extLst>
          </p:cNvPr>
          <p:cNvSpPr/>
          <p:nvPr/>
        </p:nvSpPr>
        <p:spPr>
          <a:xfrm>
            <a:off x="9296400" y="4724400"/>
            <a:ext cx="2286000" cy="914400"/>
          </a:xfrm>
          <a:custGeom>
            <a:avLst/>
            <a:gdLst>
              <a:gd name="connsiteX0" fmla="*/ 182884 w 2743200"/>
              <a:gd name="connsiteY0" fmla="*/ 0 h 1097280"/>
              <a:gd name="connsiteX1" fmla="*/ 2011676 w 2743200"/>
              <a:gd name="connsiteY1" fmla="*/ 0 h 1097280"/>
              <a:gd name="connsiteX2" fmla="*/ 2194560 w 2743200"/>
              <a:gd name="connsiteY2" fmla="*/ 182884 h 1097280"/>
              <a:gd name="connsiteX3" fmla="*/ 2194560 w 2743200"/>
              <a:gd name="connsiteY3" fmla="*/ 365760 h 1097280"/>
              <a:gd name="connsiteX4" fmla="*/ 2377440 w 2743200"/>
              <a:gd name="connsiteY4" fmla="*/ 365760 h 1097280"/>
              <a:gd name="connsiteX5" fmla="*/ 2377440 w 2743200"/>
              <a:gd name="connsiteY5" fmla="*/ 182880 h 1097280"/>
              <a:gd name="connsiteX6" fmla="*/ 2743200 w 2743200"/>
              <a:gd name="connsiteY6" fmla="*/ 548640 h 1097280"/>
              <a:gd name="connsiteX7" fmla="*/ 2377440 w 2743200"/>
              <a:gd name="connsiteY7" fmla="*/ 914400 h 1097280"/>
              <a:gd name="connsiteX8" fmla="*/ 2377440 w 2743200"/>
              <a:gd name="connsiteY8" fmla="*/ 731520 h 1097280"/>
              <a:gd name="connsiteX9" fmla="*/ 2194560 w 2743200"/>
              <a:gd name="connsiteY9" fmla="*/ 731520 h 1097280"/>
              <a:gd name="connsiteX10" fmla="*/ 2194560 w 2743200"/>
              <a:gd name="connsiteY10" fmla="*/ 914396 h 1097280"/>
              <a:gd name="connsiteX11" fmla="*/ 2011676 w 2743200"/>
              <a:gd name="connsiteY11" fmla="*/ 1097280 h 1097280"/>
              <a:gd name="connsiteX12" fmla="*/ 182884 w 2743200"/>
              <a:gd name="connsiteY12" fmla="*/ 1097280 h 1097280"/>
              <a:gd name="connsiteX13" fmla="*/ 0 w 2743200"/>
              <a:gd name="connsiteY13" fmla="*/ 914396 h 1097280"/>
              <a:gd name="connsiteX14" fmla="*/ 0 w 2743200"/>
              <a:gd name="connsiteY14" fmla="*/ 182884 h 1097280"/>
              <a:gd name="connsiteX15" fmla="*/ 182884 w 2743200"/>
              <a:gd name="connsiteY15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43200" h="1097280">
                <a:moveTo>
                  <a:pt x="182884" y="0"/>
                </a:moveTo>
                <a:lnTo>
                  <a:pt x="2011676" y="0"/>
                </a:lnTo>
                <a:cubicBezTo>
                  <a:pt x="2112680" y="0"/>
                  <a:pt x="2194560" y="81880"/>
                  <a:pt x="2194560" y="182884"/>
                </a:cubicBezTo>
                <a:lnTo>
                  <a:pt x="2194560" y="365760"/>
                </a:lnTo>
                <a:lnTo>
                  <a:pt x="2377440" y="365760"/>
                </a:lnTo>
                <a:lnTo>
                  <a:pt x="2377440" y="182880"/>
                </a:lnTo>
                <a:lnTo>
                  <a:pt x="2743200" y="548640"/>
                </a:lnTo>
                <a:lnTo>
                  <a:pt x="2377440" y="914400"/>
                </a:lnTo>
                <a:lnTo>
                  <a:pt x="2377440" y="731520"/>
                </a:lnTo>
                <a:lnTo>
                  <a:pt x="2194560" y="731520"/>
                </a:lnTo>
                <a:lnTo>
                  <a:pt x="2194560" y="914396"/>
                </a:lnTo>
                <a:cubicBezTo>
                  <a:pt x="2194560" y="1015400"/>
                  <a:pt x="2112680" y="1097280"/>
                  <a:pt x="2011676" y="1097280"/>
                </a:cubicBezTo>
                <a:lnTo>
                  <a:pt x="182884" y="1097280"/>
                </a:lnTo>
                <a:cubicBezTo>
                  <a:pt x="81880" y="1097280"/>
                  <a:pt x="0" y="1015400"/>
                  <a:pt x="0" y="914396"/>
                </a:cubicBezTo>
                <a:lnTo>
                  <a:pt x="0" y="182884"/>
                </a:lnTo>
                <a:cubicBezTo>
                  <a:pt x="0" y="81880"/>
                  <a:pt x="81880" y="0"/>
                  <a:pt x="182884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EE55609-B8F9-48EC-8132-AEA81BEAC0F2}"/>
              </a:ext>
            </a:extLst>
          </p:cNvPr>
          <p:cNvSpPr/>
          <p:nvPr/>
        </p:nvSpPr>
        <p:spPr>
          <a:xfrm>
            <a:off x="8839200" y="3352800"/>
            <a:ext cx="3200400" cy="914400"/>
          </a:xfrm>
          <a:custGeom>
            <a:avLst/>
            <a:gdLst>
              <a:gd name="connsiteX0" fmla="*/ 182884 w 3840480"/>
              <a:gd name="connsiteY0" fmla="*/ 0 h 1097280"/>
              <a:gd name="connsiteX1" fmla="*/ 3108956 w 3840480"/>
              <a:gd name="connsiteY1" fmla="*/ 0 h 1097280"/>
              <a:gd name="connsiteX2" fmla="*/ 3291840 w 3840480"/>
              <a:gd name="connsiteY2" fmla="*/ 182884 h 1097280"/>
              <a:gd name="connsiteX3" fmla="*/ 3291840 w 3840480"/>
              <a:gd name="connsiteY3" fmla="*/ 365760 h 1097280"/>
              <a:gd name="connsiteX4" fmla="*/ 3474720 w 3840480"/>
              <a:gd name="connsiteY4" fmla="*/ 365760 h 1097280"/>
              <a:gd name="connsiteX5" fmla="*/ 3474720 w 3840480"/>
              <a:gd name="connsiteY5" fmla="*/ 182880 h 1097280"/>
              <a:gd name="connsiteX6" fmla="*/ 3840480 w 3840480"/>
              <a:gd name="connsiteY6" fmla="*/ 548640 h 1097280"/>
              <a:gd name="connsiteX7" fmla="*/ 3474720 w 3840480"/>
              <a:gd name="connsiteY7" fmla="*/ 914400 h 1097280"/>
              <a:gd name="connsiteX8" fmla="*/ 3474720 w 3840480"/>
              <a:gd name="connsiteY8" fmla="*/ 731520 h 1097280"/>
              <a:gd name="connsiteX9" fmla="*/ 3291840 w 3840480"/>
              <a:gd name="connsiteY9" fmla="*/ 731520 h 1097280"/>
              <a:gd name="connsiteX10" fmla="*/ 3291840 w 3840480"/>
              <a:gd name="connsiteY10" fmla="*/ 914396 h 1097280"/>
              <a:gd name="connsiteX11" fmla="*/ 3108956 w 3840480"/>
              <a:gd name="connsiteY11" fmla="*/ 1097280 h 1097280"/>
              <a:gd name="connsiteX12" fmla="*/ 182884 w 3840480"/>
              <a:gd name="connsiteY12" fmla="*/ 1097280 h 1097280"/>
              <a:gd name="connsiteX13" fmla="*/ 0 w 3840480"/>
              <a:gd name="connsiteY13" fmla="*/ 914396 h 1097280"/>
              <a:gd name="connsiteX14" fmla="*/ 0 w 3840480"/>
              <a:gd name="connsiteY14" fmla="*/ 182884 h 1097280"/>
              <a:gd name="connsiteX15" fmla="*/ 182884 w 3840480"/>
              <a:gd name="connsiteY15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40480" h="1097280">
                <a:moveTo>
                  <a:pt x="182884" y="0"/>
                </a:moveTo>
                <a:lnTo>
                  <a:pt x="3108956" y="0"/>
                </a:lnTo>
                <a:cubicBezTo>
                  <a:pt x="3209960" y="0"/>
                  <a:pt x="3291840" y="81880"/>
                  <a:pt x="3291840" y="182884"/>
                </a:cubicBezTo>
                <a:lnTo>
                  <a:pt x="3291840" y="365760"/>
                </a:lnTo>
                <a:lnTo>
                  <a:pt x="3474720" y="365760"/>
                </a:lnTo>
                <a:lnTo>
                  <a:pt x="3474720" y="182880"/>
                </a:lnTo>
                <a:lnTo>
                  <a:pt x="3840480" y="548640"/>
                </a:lnTo>
                <a:lnTo>
                  <a:pt x="3474720" y="914400"/>
                </a:lnTo>
                <a:lnTo>
                  <a:pt x="3474720" y="731520"/>
                </a:lnTo>
                <a:lnTo>
                  <a:pt x="3291840" y="731520"/>
                </a:lnTo>
                <a:lnTo>
                  <a:pt x="3291840" y="914396"/>
                </a:lnTo>
                <a:cubicBezTo>
                  <a:pt x="3291840" y="1015400"/>
                  <a:pt x="3209960" y="1097280"/>
                  <a:pt x="3108956" y="1097280"/>
                </a:cubicBezTo>
                <a:lnTo>
                  <a:pt x="182884" y="1097280"/>
                </a:lnTo>
                <a:cubicBezTo>
                  <a:pt x="81880" y="1097280"/>
                  <a:pt x="0" y="1015400"/>
                  <a:pt x="0" y="914396"/>
                </a:cubicBezTo>
                <a:lnTo>
                  <a:pt x="0" y="182884"/>
                </a:lnTo>
                <a:cubicBezTo>
                  <a:pt x="0" y="81880"/>
                  <a:pt x="81880" y="0"/>
                  <a:pt x="182884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AD210B3-7A1E-4487-BEF3-20EF1F957796}"/>
              </a:ext>
            </a:extLst>
          </p:cNvPr>
          <p:cNvSpPr/>
          <p:nvPr/>
        </p:nvSpPr>
        <p:spPr>
          <a:xfrm>
            <a:off x="9753600" y="1981200"/>
            <a:ext cx="1371600" cy="914400"/>
          </a:xfrm>
          <a:custGeom>
            <a:avLst/>
            <a:gdLst>
              <a:gd name="connsiteX0" fmla="*/ 182884 w 1645920"/>
              <a:gd name="connsiteY0" fmla="*/ 0 h 1097280"/>
              <a:gd name="connsiteX1" fmla="*/ 914396 w 1645920"/>
              <a:gd name="connsiteY1" fmla="*/ 0 h 1097280"/>
              <a:gd name="connsiteX2" fmla="*/ 1097280 w 1645920"/>
              <a:gd name="connsiteY2" fmla="*/ 182884 h 1097280"/>
              <a:gd name="connsiteX3" fmla="*/ 1097280 w 1645920"/>
              <a:gd name="connsiteY3" fmla="*/ 365760 h 1097280"/>
              <a:gd name="connsiteX4" fmla="*/ 1280160 w 1645920"/>
              <a:gd name="connsiteY4" fmla="*/ 365760 h 1097280"/>
              <a:gd name="connsiteX5" fmla="*/ 1280160 w 1645920"/>
              <a:gd name="connsiteY5" fmla="*/ 182880 h 1097280"/>
              <a:gd name="connsiteX6" fmla="*/ 1645920 w 1645920"/>
              <a:gd name="connsiteY6" fmla="*/ 548640 h 1097280"/>
              <a:gd name="connsiteX7" fmla="*/ 1280160 w 1645920"/>
              <a:gd name="connsiteY7" fmla="*/ 914400 h 1097280"/>
              <a:gd name="connsiteX8" fmla="*/ 1280160 w 1645920"/>
              <a:gd name="connsiteY8" fmla="*/ 731520 h 1097280"/>
              <a:gd name="connsiteX9" fmla="*/ 1097280 w 1645920"/>
              <a:gd name="connsiteY9" fmla="*/ 731520 h 1097280"/>
              <a:gd name="connsiteX10" fmla="*/ 1097280 w 1645920"/>
              <a:gd name="connsiteY10" fmla="*/ 914396 h 1097280"/>
              <a:gd name="connsiteX11" fmla="*/ 914396 w 1645920"/>
              <a:gd name="connsiteY11" fmla="*/ 1097280 h 1097280"/>
              <a:gd name="connsiteX12" fmla="*/ 182884 w 1645920"/>
              <a:gd name="connsiteY12" fmla="*/ 1097280 h 1097280"/>
              <a:gd name="connsiteX13" fmla="*/ 0 w 1645920"/>
              <a:gd name="connsiteY13" fmla="*/ 914396 h 1097280"/>
              <a:gd name="connsiteX14" fmla="*/ 0 w 1645920"/>
              <a:gd name="connsiteY14" fmla="*/ 182884 h 1097280"/>
              <a:gd name="connsiteX15" fmla="*/ 182884 w 1645920"/>
              <a:gd name="connsiteY15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45920" h="1097280">
                <a:moveTo>
                  <a:pt x="182884" y="0"/>
                </a:moveTo>
                <a:lnTo>
                  <a:pt x="914396" y="0"/>
                </a:lnTo>
                <a:cubicBezTo>
                  <a:pt x="1015400" y="0"/>
                  <a:pt x="1097280" y="81880"/>
                  <a:pt x="1097280" y="182884"/>
                </a:cubicBezTo>
                <a:lnTo>
                  <a:pt x="1097280" y="365760"/>
                </a:lnTo>
                <a:lnTo>
                  <a:pt x="1280160" y="365760"/>
                </a:lnTo>
                <a:lnTo>
                  <a:pt x="1280160" y="182880"/>
                </a:lnTo>
                <a:lnTo>
                  <a:pt x="1645920" y="548640"/>
                </a:lnTo>
                <a:lnTo>
                  <a:pt x="1280160" y="914400"/>
                </a:lnTo>
                <a:lnTo>
                  <a:pt x="1280160" y="731520"/>
                </a:lnTo>
                <a:lnTo>
                  <a:pt x="1097280" y="731520"/>
                </a:lnTo>
                <a:lnTo>
                  <a:pt x="1097280" y="914396"/>
                </a:lnTo>
                <a:cubicBezTo>
                  <a:pt x="1097280" y="1015400"/>
                  <a:pt x="1015400" y="1097280"/>
                  <a:pt x="914396" y="1097280"/>
                </a:cubicBezTo>
                <a:lnTo>
                  <a:pt x="182884" y="1097280"/>
                </a:lnTo>
                <a:cubicBezTo>
                  <a:pt x="81880" y="1097280"/>
                  <a:pt x="0" y="1015400"/>
                  <a:pt x="0" y="914396"/>
                </a:cubicBezTo>
                <a:lnTo>
                  <a:pt x="0" y="182884"/>
                </a:lnTo>
                <a:cubicBezTo>
                  <a:pt x="0" y="81880"/>
                  <a:pt x="81880" y="0"/>
                  <a:pt x="182884" y="0"/>
                </a:cubicBezTo>
                <a:close/>
              </a:path>
            </a:pathLst>
          </a:custGeom>
          <a:noFill/>
          <a:ln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E3316B-CF1F-476F-9A7F-537E76E3C6E4}"/>
                  </a:ext>
                </a:extLst>
              </p:cNvPr>
              <p:cNvSpPr txBox="1"/>
              <p:nvPr/>
            </p:nvSpPr>
            <p:spPr>
              <a:xfrm>
                <a:off x="11582401" y="4933243"/>
                <a:ext cx="1572707" cy="448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E3316B-CF1F-476F-9A7F-537E76E3C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1" y="4933243"/>
                <a:ext cx="1572707" cy="448841"/>
              </a:xfrm>
              <a:prstGeom prst="rect">
                <a:avLst/>
              </a:prstGeom>
              <a:blipFill>
                <a:blip r:embed="rId3"/>
                <a:stretch>
                  <a:fillRect r="-2326"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A8B312-06EB-46F5-8A01-6E4655FA1230}"/>
                  </a:ext>
                </a:extLst>
              </p:cNvPr>
              <p:cNvSpPr txBox="1"/>
              <p:nvPr/>
            </p:nvSpPr>
            <p:spPr>
              <a:xfrm>
                <a:off x="12053712" y="3547532"/>
                <a:ext cx="1572707" cy="448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A8B312-06EB-46F5-8A01-6E4655FA1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3712" y="3547532"/>
                <a:ext cx="1572707" cy="448841"/>
              </a:xfrm>
              <a:prstGeom prst="rect">
                <a:avLst/>
              </a:prstGeom>
              <a:blipFill>
                <a:blip r:embed="rId4"/>
                <a:stretch>
                  <a:fillRect r="-2713"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D5A794-0120-4394-81A3-11FA0D003DBC}"/>
                  </a:ext>
                </a:extLst>
              </p:cNvPr>
              <p:cNvSpPr txBox="1"/>
              <p:nvPr/>
            </p:nvSpPr>
            <p:spPr>
              <a:xfrm>
                <a:off x="11164715" y="2161822"/>
                <a:ext cx="1859003" cy="448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𝑙𝑎𝑏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D5A794-0120-4394-81A3-11FA0D003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4715" y="2161822"/>
                <a:ext cx="1859003" cy="448841"/>
              </a:xfrm>
              <a:prstGeom prst="rect">
                <a:avLst/>
              </a:prstGeom>
              <a:blipFill>
                <a:blip r:embed="rId5"/>
                <a:stretch>
                  <a:fillRect r="-4918"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17BFB9-B0C5-4678-B3B0-D18371B77B34}"/>
                  </a:ext>
                </a:extLst>
              </p:cNvPr>
              <p:cNvSpPr txBox="1"/>
              <p:nvPr/>
            </p:nvSpPr>
            <p:spPr>
              <a:xfrm>
                <a:off x="9906000" y="5791200"/>
                <a:ext cx="2666007" cy="641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0,1,2,3,4,5</m:t>
                          </m:r>
                        </m:e>
                      </m:d>
                    </m:oMath>
                  </m:oMathPara>
                </a14:m>
                <a:endParaRPr lang="en-US" sz="440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17BFB9-B0C5-4678-B3B0-D18371B7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0" y="5791200"/>
                <a:ext cx="2666007" cy="641201"/>
              </a:xfrm>
              <a:prstGeom prst="rect">
                <a:avLst/>
              </a:prstGeom>
              <a:blipFill>
                <a:blip r:embed="rId6"/>
                <a:stretch>
                  <a:fillRect r="-10297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91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3" grpId="0" animBg="1"/>
      <p:bldP spid="32" grpId="0" animBg="1"/>
      <p:bldP spid="35" grpId="0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876464-A175-2B95-35E9-893C0DB8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B7E8F-97BB-4326-8C59-49C9AFDB3E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chemeClr val="accent5"/>
                </a:solidFill>
              </a:rPr>
              <a:t>//Dựng cây ứng với tập {u}</a:t>
            </a:r>
          </a:p>
          <a:p>
            <a:r>
              <a:rPr lang="en-US" sz="3200">
                <a:solidFill>
                  <a:schemeClr val="tx2"/>
                </a:solidFill>
              </a:rPr>
              <a:t>void</a:t>
            </a:r>
            <a:r>
              <a:rPr lang="en-US" sz="3200"/>
              <a:t> MakeSet(</a:t>
            </a:r>
            <a:r>
              <a:rPr lang="en-US" sz="3200">
                <a:solidFill>
                  <a:schemeClr val="tx2"/>
                </a:solidFill>
              </a:rPr>
              <a:t>int</a:t>
            </a:r>
            <a:r>
              <a:rPr lang="en-US" sz="3200"/>
              <a:t> u)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lab[u] = -1;</a:t>
            </a:r>
          </a:p>
          <a:p>
            <a:r>
              <a:rPr lang="en-US" sz="3200"/>
              <a:t>}</a:t>
            </a:r>
          </a:p>
          <a:p>
            <a:endParaRPr lang="en-US" sz="3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A0E6D-FAA7-48B1-916E-0C4ADFCE69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MakeSet(u)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 truy vấn (u, v))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</a:t>
            </a:r>
            <a:r>
              <a:rPr lang="en-US" sz="3200">
                <a:effectLst/>
              </a:rPr>
              <a:t>r = FindSet(u); s = FindSet(v);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if</a:t>
            </a:r>
            <a:r>
              <a:rPr lang="en-US" sz="3200">
                <a:effectLst/>
              </a:rPr>
              <a:t> (r ≠ s)</a:t>
            </a:r>
          </a:p>
          <a:p>
            <a:r>
              <a:rPr lang="en-US" sz="3200">
                <a:effectLst/>
              </a:rPr>
              <a:t>    {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effectLst/>
                <a:sym typeface="Symbol" panose="05050102010706020507" pitchFamily="18" charset="2"/>
              </a:rPr>
              <a:t></a:t>
            </a:r>
            <a:r>
              <a:rPr lang="en-US" sz="3200">
                <a:sym typeface="Symbol" panose="05050102010706020507" pitchFamily="18" charset="2"/>
              </a:rPr>
              <a:t>⟵</a:t>
            </a:r>
            <a:r>
              <a:rPr lang="en-US" sz="3200">
                <a:effectLst/>
                <a:sym typeface="Symbol" panose="05050102010706020507" pitchFamily="18" charset="2"/>
              </a:rPr>
              <a:t> “YES”;</a:t>
            </a:r>
            <a:endParaRPr lang="en-US" sz="3200">
              <a:effectLst/>
            </a:endParaRPr>
          </a:p>
          <a:p>
            <a:r>
              <a:rPr lang="en-US" sz="3200">
                <a:effectLst/>
              </a:rPr>
              <a:t>        Unite(r, s);</a:t>
            </a:r>
          </a:p>
          <a:p>
            <a:r>
              <a:rPr lang="en-US" sz="3200">
                <a:effectLst/>
              </a:rPr>
              <a:t>    }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else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sym typeface="Symbol" panose="05050102010706020507" pitchFamily="18" charset="2"/>
              </a:rPr>
              <a:t>⟵</a:t>
            </a:r>
            <a:r>
              <a:rPr lang="en-US" sz="3200">
                <a:effectLst/>
                <a:sym typeface="Symbol" panose="05050102010706020507" pitchFamily="18" charset="2"/>
              </a:rPr>
              <a:t> “</a:t>
            </a:r>
            <a:r>
              <a:rPr lang="en-US" sz="3200">
                <a:sym typeface="Symbol" panose="05050102010706020507" pitchFamily="18" charset="2"/>
              </a:rPr>
              <a:t>NO”;</a:t>
            </a:r>
            <a:endParaRPr lang="en-US" sz="3200"/>
          </a:p>
          <a:p>
            <a:r>
              <a:rPr lang="en-US" sz="3200"/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48D7CD-349E-4BD2-903A-CCA6B8454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2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8D9D-A2AC-B558-AE7A-9318111E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E60DB-6DF7-4A88-B58E-FD1DC5AFC1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800">
                <a:solidFill>
                  <a:schemeClr val="accent5"/>
                </a:solidFill>
              </a:rPr>
              <a:t>/*Tìm gốc cây chứa u</a:t>
            </a:r>
          </a:p>
          <a:p>
            <a:r>
              <a:rPr lang="en-US" sz="2800">
                <a:solidFill>
                  <a:schemeClr val="accent5"/>
                </a:solidFill>
              </a:rPr>
              <a:t>Đi từ u lên gốc, trả về gốc</a:t>
            </a:r>
          </a:p>
          <a:p>
            <a:r>
              <a:rPr lang="en-US" sz="2800">
                <a:solidFill>
                  <a:schemeClr val="accent5"/>
                </a:solidFill>
              </a:rPr>
              <a:t>Dọc đường đi, đặt các nút đi qua </a:t>
            </a:r>
          </a:p>
          <a:p>
            <a:r>
              <a:rPr lang="en-US" sz="2800">
                <a:solidFill>
                  <a:schemeClr val="accent5"/>
                </a:solidFill>
              </a:rPr>
              <a:t>làm con trực tiếp của gốc</a:t>
            </a:r>
          </a:p>
          <a:p>
            <a:r>
              <a:rPr lang="en-US" sz="2800">
                <a:solidFill>
                  <a:schemeClr val="accent5"/>
                </a:solidFill>
              </a:rPr>
              <a:t>*/</a:t>
            </a:r>
          </a:p>
          <a:p>
            <a:r>
              <a:rPr lang="en-US" sz="2800">
                <a:solidFill>
                  <a:schemeClr val="tx2"/>
                </a:solidFill>
              </a:rPr>
              <a:t>int </a:t>
            </a:r>
            <a:r>
              <a:rPr lang="en-US" sz="2800"/>
              <a:t>FindSet(</a:t>
            </a:r>
            <a:r>
              <a:rPr lang="en-US" sz="2800">
                <a:solidFill>
                  <a:schemeClr val="tx2"/>
                </a:solidFill>
              </a:rPr>
              <a:t>int</a:t>
            </a:r>
            <a:r>
              <a:rPr lang="en-US" sz="2800"/>
              <a:t> u)</a:t>
            </a:r>
          </a:p>
          <a:p>
            <a:r>
              <a:rPr lang="en-US" sz="2800"/>
              <a:t>{</a:t>
            </a:r>
          </a:p>
          <a:p>
            <a:r>
              <a:rPr lang="en-US" sz="2800"/>
              <a:t>    </a:t>
            </a:r>
            <a:r>
              <a:rPr lang="en-US" sz="2800">
                <a:solidFill>
                  <a:schemeClr val="tx2"/>
                </a:solidFill>
              </a:rPr>
              <a:t>return</a:t>
            </a:r>
            <a:r>
              <a:rPr lang="en-US" sz="2800"/>
              <a:t> lab[u] &lt; 0 ?</a:t>
            </a:r>
          </a:p>
          <a:p>
            <a:r>
              <a:rPr lang="en-US" sz="2800"/>
              <a:t>        u : lab[u] = FindSet(lab[u]);</a:t>
            </a:r>
          </a:p>
          <a:p>
            <a:r>
              <a:rPr lang="en-US" sz="2800"/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DF0079-EB3A-4EED-B6FD-C0E9174ABA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</a:t>
            </a:r>
            <a:r>
              <a:rPr lang="en-US" sz="3200">
                <a:effectLst/>
              </a:rPr>
              <a:t> MakeSet(u);</a:t>
            </a:r>
          </a:p>
          <a:p>
            <a:r>
              <a:rPr lang="en-US" sz="3200">
                <a:solidFill>
                  <a:schemeClr val="tx2"/>
                </a:solidFill>
                <a:effectLst/>
              </a:rPr>
              <a:t>for</a:t>
            </a:r>
            <a:r>
              <a:rPr lang="en-US" sz="3200">
                <a:effectLst/>
              </a:rPr>
              <a:t> (∀ truy vấn (u, v))</a:t>
            </a:r>
          </a:p>
          <a:p>
            <a:r>
              <a:rPr lang="en-US" sz="3200">
                <a:effectLst/>
              </a:rPr>
              <a:t>{</a:t>
            </a:r>
          </a:p>
          <a:p>
            <a:r>
              <a:rPr lang="en-US" sz="3200">
                <a:effectLst/>
              </a:rPr>
              <a:t>    r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FindSet(u)</a:t>
            </a:r>
            <a:r>
              <a:rPr lang="en-US" sz="3200">
                <a:effectLst/>
              </a:rPr>
              <a:t>; s = </a:t>
            </a:r>
            <a:r>
              <a:rPr lang="en-US" sz="320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FindSet(v)</a:t>
            </a:r>
            <a:r>
              <a:rPr lang="en-US" sz="3200">
                <a:effectLst/>
              </a:rPr>
              <a:t>;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if</a:t>
            </a:r>
            <a:r>
              <a:rPr lang="en-US" sz="3200">
                <a:effectLst/>
              </a:rPr>
              <a:t> (r ≠ s)</a:t>
            </a:r>
          </a:p>
          <a:p>
            <a:r>
              <a:rPr lang="en-US" sz="3200">
                <a:effectLst/>
              </a:rPr>
              <a:t>    {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effectLst/>
                <a:sym typeface="Symbol" panose="05050102010706020507" pitchFamily="18" charset="2"/>
              </a:rPr>
              <a:t></a:t>
            </a:r>
            <a:r>
              <a:rPr lang="en-US" sz="3200">
                <a:sym typeface="Symbol" panose="05050102010706020507" pitchFamily="18" charset="2"/>
              </a:rPr>
              <a:t>⟵</a:t>
            </a:r>
            <a:r>
              <a:rPr lang="en-US" sz="3200">
                <a:effectLst/>
                <a:sym typeface="Symbol" panose="05050102010706020507" pitchFamily="18" charset="2"/>
              </a:rPr>
              <a:t> “YES”;</a:t>
            </a:r>
            <a:endParaRPr lang="en-US" sz="3200">
              <a:effectLst/>
            </a:endParaRPr>
          </a:p>
          <a:p>
            <a:r>
              <a:rPr lang="en-US" sz="3200">
                <a:effectLst/>
              </a:rPr>
              <a:t>        Unite(r, s);</a:t>
            </a:r>
          </a:p>
          <a:p>
            <a:r>
              <a:rPr lang="en-US" sz="3200">
                <a:effectLst/>
              </a:rPr>
              <a:t>    }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else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sym typeface="Symbol" panose="05050102010706020507" pitchFamily="18" charset="2"/>
              </a:rPr>
              <a:t>⟵</a:t>
            </a:r>
            <a:r>
              <a:rPr lang="en-US" sz="3200">
                <a:effectLst/>
                <a:sym typeface="Symbol" panose="05050102010706020507" pitchFamily="18" charset="2"/>
              </a:rPr>
              <a:t> “NO”;</a:t>
            </a:r>
            <a:endParaRPr lang="en-US" sz="3200">
              <a:effectLst/>
            </a:endParaRPr>
          </a:p>
          <a:p>
            <a:r>
              <a:rPr lang="en-US" sz="3200">
                <a:effectLst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AB6C-CC56-46C5-BB35-B70C9C1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E703-95AB-DCD0-808B-C75E5148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F1DE01-123C-15DD-8EED-D676617EF980}"/>
              </a:ext>
            </a:extLst>
          </p:cNvPr>
          <p:cNvCxnSpPr>
            <a:cxnSpLocks/>
          </p:cNvCxnSpPr>
          <p:nvPr/>
        </p:nvCxnSpPr>
        <p:spPr>
          <a:xfrm flipH="1">
            <a:off x="9753600" y="35052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1897E5-C3C8-1B79-CE6B-3E4D83CA7271}"/>
              </a:ext>
            </a:extLst>
          </p:cNvPr>
          <p:cNvCxnSpPr>
            <a:cxnSpLocks/>
          </p:cNvCxnSpPr>
          <p:nvPr/>
        </p:nvCxnSpPr>
        <p:spPr>
          <a:xfrm flipH="1">
            <a:off x="10972800" y="2286000"/>
            <a:ext cx="1371600" cy="12192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26BC85-9989-A693-130B-FAF9D7C2D43C}"/>
              </a:ext>
            </a:extLst>
          </p:cNvPr>
          <p:cNvCxnSpPr>
            <a:cxnSpLocks/>
          </p:cNvCxnSpPr>
          <p:nvPr/>
        </p:nvCxnSpPr>
        <p:spPr>
          <a:xfrm flipH="1">
            <a:off x="12192000" y="13716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6177B68-DE27-72EE-6206-180BDEB16020}"/>
              </a:ext>
            </a:extLst>
          </p:cNvPr>
          <p:cNvCxnSpPr>
            <a:cxnSpLocks/>
          </p:cNvCxnSpPr>
          <p:nvPr/>
        </p:nvCxnSpPr>
        <p:spPr>
          <a:xfrm flipH="1">
            <a:off x="8534400" y="45720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7EA08-4C1F-05D5-A7F6-401F8C89B0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accent5"/>
                </a:solidFill>
              </a:rPr>
              <a:t>/*Tìm gốc cây chứa u</a:t>
            </a:r>
          </a:p>
          <a:p>
            <a:r>
              <a:rPr lang="en-US" sz="2800">
                <a:solidFill>
                  <a:schemeClr val="accent5"/>
                </a:solidFill>
              </a:rPr>
              <a:t>Đi từ u lên gốc, trả về gốc</a:t>
            </a:r>
          </a:p>
          <a:p>
            <a:r>
              <a:rPr lang="en-US" sz="2800">
                <a:solidFill>
                  <a:schemeClr val="accent5"/>
                </a:solidFill>
              </a:rPr>
              <a:t>Dọc đường đi, đặt các nút đi qua</a:t>
            </a:r>
          </a:p>
          <a:p>
            <a:r>
              <a:rPr lang="en-US" sz="2800">
                <a:solidFill>
                  <a:schemeClr val="accent5"/>
                </a:solidFill>
              </a:rPr>
              <a:t>làm con trực tiếp của gốc</a:t>
            </a:r>
          </a:p>
          <a:p>
            <a:r>
              <a:rPr lang="en-US" sz="2800">
                <a:solidFill>
                  <a:schemeClr val="accent5"/>
                </a:solidFill>
              </a:rPr>
              <a:t>*/</a:t>
            </a:r>
          </a:p>
          <a:p>
            <a:r>
              <a:rPr lang="en-US" sz="2800">
                <a:solidFill>
                  <a:schemeClr val="tx2"/>
                </a:solidFill>
              </a:rPr>
              <a:t>int </a:t>
            </a:r>
            <a:r>
              <a:rPr lang="en-US" sz="2800"/>
              <a:t>FindSet(</a:t>
            </a:r>
            <a:r>
              <a:rPr lang="en-US" sz="2800">
                <a:solidFill>
                  <a:schemeClr val="tx2"/>
                </a:solidFill>
              </a:rPr>
              <a:t>int</a:t>
            </a:r>
            <a:r>
              <a:rPr lang="en-US" sz="2800"/>
              <a:t> u)</a:t>
            </a:r>
          </a:p>
          <a:p>
            <a:r>
              <a:rPr lang="en-US" sz="2800"/>
              <a:t>{</a:t>
            </a:r>
          </a:p>
          <a:p>
            <a:r>
              <a:rPr lang="en-US" sz="2800"/>
              <a:t>    </a:t>
            </a:r>
            <a:r>
              <a:rPr lang="en-US" sz="2800">
                <a:solidFill>
                  <a:schemeClr val="tx2"/>
                </a:solidFill>
              </a:rPr>
              <a:t>return</a:t>
            </a:r>
            <a:r>
              <a:rPr lang="en-US" sz="2800"/>
              <a:t> lab[u] &lt; 0 ?</a:t>
            </a:r>
          </a:p>
          <a:p>
            <a:r>
              <a:rPr lang="en-US" sz="2800"/>
              <a:t>        u : lab[u] = FindSet(lab[u]);</a:t>
            </a:r>
          </a:p>
          <a:p>
            <a:r>
              <a:rPr lang="en-US" sz="2800"/>
              <a:t>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23FBC2-55C3-CABC-49A5-9B0D8196DA5C}"/>
              </a:ext>
            </a:extLst>
          </p:cNvPr>
          <p:cNvGrpSpPr/>
          <p:nvPr/>
        </p:nvGrpSpPr>
        <p:grpSpPr>
          <a:xfrm>
            <a:off x="8077200" y="5181600"/>
            <a:ext cx="914400" cy="2286000"/>
            <a:chOff x="9144000" y="2468880"/>
            <a:chExt cx="731520" cy="1828800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9AD5211E-177C-99DC-F09F-82B94BD4CE5E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B842A8E-7B2B-0ABA-50B2-5C422A63145B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𝑢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2B842A8E-7B2B-0ABA-50B2-5C422A6314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EF3CB-62D7-13F8-7A24-5591C2964FC4}"/>
              </a:ext>
            </a:extLst>
          </p:cNvPr>
          <p:cNvGrpSpPr/>
          <p:nvPr/>
        </p:nvGrpSpPr>
        <p:grpSpPr>
          <a:xfrm>
            <a:off x="9296400" y="4114800"/>
            <a:ext cx="914400" cy="2286000"/>
            <a:chOff x="9144000" y="2468880"/>
            <a:chExt cx="731520" cy="18288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CF6EAA8B-52C0-AA87-ED95-2A67D0B0E85C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A831C86-0087-D766-E508-97A7CEF3717E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𝑎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BA831C86-0087-D766-E508-97A7CEF371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EE499C-2990-0DE7-67ED-711600E1F311}"/>
              </a:ext>
            </a:extLst>
          </p:cNvPr>
          <p:cNvGrpSpPr/>
          <p:nvPr/>
        </p:nvGrpSpPr>
        <p:grpSpPr>
          <a:xfrm>
            <a:off x="10515600" y="3048000"/>
            <a:ext cx="914400" cy="2286000"/>
            <a:chOff x="9144000" y="2468880"/>
            <a:chExt cx="731520" cy="182880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82B0215-144D-E5A1-1C09-C98E3F6F0218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66DC0C5-FB14-8C56-2A01-8736C9AAD487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𝑏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66DC0C5-FB14-8C56-2A01-8736C9AAD4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560F38-DF97-426F-703D-687AB4D7D7C1}"/>
              </a:ext>
            </a:extLst>
          </p:cNvPr>
          <p:cNvGrpSpPr/>
          <p:nvPr/>
        </p:nvGrpSpPr>
        <p:grpSpPr>
          <a:xfrm>
            <a:off x="11734800" y="1981200"/>
            <a:ext cx="914400" cy="2286000"/>
            <a:chOff x="9144000" y="2468880"/>
            <a:chExt cx="731520" cy="1828800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65DBFF3-1F1A-AE6D-F403-4A13E225AF63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B90953FB-95C3-065D-778E-084DD7F12B6A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𝑐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B90953FB-95C3-065D-778E-084DD7F12B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365BC23-F0F2-7246-2664-12984E453636}"/>
              </a:ext>
            </a:extLst>
          </p:cNvPr>
          <p:cNvGrpSpPr/>
          <p:nvPr/>
        </p:nvGrpSpPr>
        <p:grpSpPr>
          <a:xfrm>
            <a:off x="12954000" y="914400"/>
            <a:ext cx="914400" cy="2286000"/>
            <a:chOff x="9144000" y="2468880"/>
            <a:chExt cx="731520" cy="1828800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79C52CFF-E508-2714-D1DD-A9009A990AEA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4ABC9BF-CF96-93B0-9482-59892AF8A27D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𝑟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4ABC9BF-CF96-93B0-9482-59892AF8A2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433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78076-197D-A72D-6788-30168494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8DCBA9-191A-0020-1711-C2BAB52BC6B6}"/>
              </a:ext>
            </a:extLst>
          </p:cNvPr>
          <p:cNvCxnSpPr>
            <a:cxnSpLocks/>
          </p:cNvCxnSpPr>
          <p:nvPr/>
        </p:nvCxnSpPr>
        <p:spPr>
          <a:xfrm flipH="1">
            <a:off x="9448800" y="1371600"/>
            <a:ext cx="1371600" cy="1828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B578D8-E4FD-AE8C-050A-762782709335}"/>
              </a:ext>
            </a:extLst>
          </p:cNvPr>
          <p:cNvCxnSpPr>
            <a:cxnSpLocks/>
          </p:cNvCxnSpPr>
          <p:nvPr/>
        </p:nvCxnSpPr>
        <p:spPr>
          <a:xfrm>
            <a:off x="10820400" y="1371600"/>
            <a:ext cx="1371600" cy="1828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297F58-CB41-1810-A4D9-A66B5B4C9ADF}"/>
              </a:ext>
            </a:extLst>
          </p:cNvPr>
          <p:cNvCxnSpPr>
            <a:cxnSpLocks/>
          </p:cNvCxnSpPr>
          <p:nvPr/>
        </p:nvCxnSpPr>
        <p:spPr>
          <a:xfrm>
            <a:off x="10820400" y="1371600"/>
            <a:ext cx="2743200" cy="1828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F12ABDD-CA30-A708-1EAC-562548489D74}"/>
              </a:ext>
            </a:extLst>
          </p:cNvPr>
          <p:cNvCxnSpPr>
            <a:cxnSpLocks/>
          </p:cNvCxnSpPr>
          <p:nvPr/>
        </p:nvCxnSpPr>
        <p:spPr>
          <a:xfrm flipH="1">
            <a:off x="8077200" y="1371600"/>
            <a:ext cx="2743200" cy="1828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8C7D6-BC53-2127-60A9-309C16643F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accent5"/>
                </a:solidFill>
              </a:rPr>
              <a:t>/*Tìm gốc cây chứa u</a:t>
            </a:r>
          </a:p>
          <a:p>
            <a:r>
              <a:rPr lang="en-US" sz="2800">
                <a:solidFill>
                  <a:schemeClr val="accent5"/>
                </a:solidFill>
              </a:rPr>
              <a:t>Đi từ u lên gốc, trả về gốc</a:t>
            </a:r>
          </a:p>
          <a:p>
            <a:r>
              <a:rPr lang="en-US" sz="2800">
                <a:solidFill>
                  <a:schemeClr val="accent5"/>
                </a:solidFill>
              </a:rPr>
              <a:t>Dọc đường đi, đặt các nút đi qua</a:t>
            </a:r>
          </a:p>
          <a:p>
            <a:r>
              <a:rPr lang="en-US" sz="2800">
                <a:solidFill>
                  <a:schemeClr val="accent5"/>
                </a:solidFill>
              </a:rPr>
              <a:t>làm con trực tiếp của gốc</a:t>
            </a:r>
          </a:p>
          <a:p>
            <a:r>
              <a:rPr lang="en-US" sz="2800">
                <a:solidFill>
                  <a:schemeClr val="accent5"/>
                </a:solidFill>
              </a:rPr>
              <a:t>*/</a:t>
            </a:r>
          </a:p>
          <a:p>
            <a:r>
              <a:rPr lang="en-US" sz="2800">
                <a:solidFill>
                  <a:schemeClr val="tx2"/>
                </a:solidFill>
              </a:rPr>
              <a:t>int </a:t>
            </a:r>
            <a:r>
              <a:rPr lang="en-US" sz="2800"/>
              <a:t>FindSet(</a:t>
            </a:r>
            <a:r>
              <a:rPr lang="en-US" sz="2800">
                <a:solidFill>
                  <a:schemeClr val="tx2"/>
                </a:solidFill>
              </a:rPr>
              <a:t>int</a:t>
            </a:r>
            <a:r>
              <a:rPr lang="en-US" sz="2800"/>
              <a:t> u)</a:t>
            </a:r>
          </a:p>
          <a:p>
            <a:r>
              <a:rPr lang="en-US" sz="2800"/>
              <a:t>{</a:t>
            </a:r>
          </a:p>
          <a:p>
            <a:r>
              <a:rPr lang="en-US" sz="2800"/>
              <a:t>    </a:t>
            </a:r>
            <a:r>
              <a:rPr lang="en-US" sz="2800">
                <a:solidFill>
                  <a:schemeClr val="tx2"/>
                </a:solidFill>
              </a:rPr>
              <a:t>return</a:t>
            </a:r>
            <a:r>
              <a:rPr lang="en-US" sz="2800"/>
              <a:t> lab[u] &lt; 0 ?</a:t>
            </a:r>
          </a:p>
          <a:p>
            <a:r>
              <a:rPr lang="en-US" sz="2800"/>
              <a:t>        u : lab[u] = FindSet(lab[u]);</a:t>
            </a:r>
          </a:p>
          <a:p>
            <a:r>
              <a:rPr lang="en-US" sz="2800"/>
              <a:t>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10287D-DB2B-91E8-B366-A02F372E3CFF}"/>
              </a:ext>
            </a:extLst>
          </p:cNvPr>
          <p:cNvGrpSpPr/>
          <p:nvPr/>
        </p:nvGrpSpPr>
        <p:grpSpPr>
          <a:xfrm>
            <a:off x="7620000" y="2743200"/>
            <a:ext cx="914400" cy="2286000"/>
            <a:chOff x="9144000" y="2468880"/>
            <a:chExt cx="731520" cy="1828800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86921C5-F9FF-1481-A27B-69D4BC777A40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D9EBB72-DF49-3395-CC3B-C39A55865EA6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𝑢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6D9EBB72-DF49-3395-CC3B-C39A55865E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6B6706-2408-7B56-6899-5E82816FCE79}"/>
              </a:ext>
            </a:extLst>
          </p:cNvPr>
          <p:cNvGrpSpPr/>
          <p:nvPr/>
        </p:nvGrpSpPr>
        <p:grpSpPr>
          <a:xfrm>
            <a:off x="8991600" y="2743200"/>
            <a:ext cx="914400" cy="2286000"/>
            <a:chOff x="9144000" y="2468880"/>
            <a:chExt cx="731520" cy="1828800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393F1877-9849-E20F-DBEF-DF4440F5B00B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67027F3-54C1-1491-59C2-42ABA2C5282D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𝑎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367027F3-54C1-1491-59C2-42ABA2C528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9DF350-2092-45B5-DB1D-1AEB510C6474}"/>
              </a:ext>
            </a:extLst>
          </p:cNvPr>
          <p:cNvGrpSpPr/>
          <p:nvPr/>
        </p:nvGrpSpPr>
        <p:grpSpPr>
          <a:xfrm>
            <a:off x="11734800" y="2743200"/>
            <a:ext cx="914400" cy="2286000"/>
            <a:chOff x="9144000" y="2468880"/>
            <a:chExt cx="731520" cy="182880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842D1EE-75C7-3C3E-D7FA-D5CB104DA6AE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BD73835-F65C-F122-8099-CA10DDA9DADE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𝑏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BD73835-F65C-F122-8099-CA10DDA9DA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5A571A-9BE6-3FD6-D2E4-6A3CBEC9887B}"/>
              </a:ext>
            </a:extLst>
          </p:cNvPr>
          <p:cNvGrpSpPr/>
          <p:nvPr/>
        </p:nvGrpSpPr>
        <p:grpSpPr>
          <a:xfrm>
            <a:off x="13106400" y="2743200"/>
            <a:ext cx="914400" cy="2286000"/>
            <a:chOff x="9144000" y="2468880"/>
            <a:chExt cx="731520" cy="1828800"/>
          </a:xfrm>
        </p:grpSpPr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743D2F0-44A1-669E-CBA4-6B1CAF7E2EAE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2397C0C-F4D7-2833-9D1E-C1006F4E4913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𝑐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2397C0C-F4D7-2833-9D1E-C1006F4E49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531C5A-348C-6B2D-BED8-D63B62F084D8}"/>
              </a:ext>
            </a:extLst>
          </p:cNvPr>
          <p:cNvGrpSpPr/>
          <p:nvPr/>
        </p:nvGrpSpPr>
        <p:grpSpPr>
          <a:xfrm>
            <a:off x="10363200" y="914400"/>
            <a:ext cx="914400" cy="2286000"/>
            <a:chOff x="9144000" y="2468880"/>
            <a:chExt cx="731520" cy="1828800"/>
          </a:xfrm>
        </p:grpSpPr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7C5FBE0-3ADF-6439-BBEF-7687C2E3FC3B}"/>
                </a:ext>
              </a:extLst>
            </p:cNvPr>
            <p:cNvSpPr/>
            <p:nvPr/>
          </p:nvSpPr>
          <p:spPr>
            <a:xfrm>
              <a:off x="9144000" y="2834640"/>
              <a:ext cx="731520" cy="1463040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 sz="2800">
                <a:solidFill>
                  <a:schemeClr val="tx1"/>
                </a:solidFill>
                <a:ea typeface="LMHMono" panose="020B0609030804020204" pitchFamily="49" charset="0"/>
                <a:cs typeface="LMHMono" panose="020B0609030804020204" pitchFamily="49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2A39242-0DF1-02BE-638A-DB836C68DD94}"/>
                    </a:ext>
                  </a:extLst>
                </p:cNvPr>
                <p:cNvSpPr/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scene3d>
                  <a:camera prst="orthographicFront"/>
                  <a:lightRig rig="soft" dir="t">
                    <a:rot lat="0" lon="0" rev="18000000"/>
                  </a:lightRig>
                </a:scene3d>
                <a:sp3d prstMaterial="metal">
                  <a:bevelT w="127000" h="50800"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  <a:flatTx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MHMono" panose="020B0609030804020204" pitchFamily="49" charset="0"/>
                            <a:cs typeface="LMHMono" panose="020B0609030804020204" pitchFamily="49" charset="0"/>
                          </a:rPr>
                          <m:t>𝑟</m:t>
                        </m:r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  <a:ea typeface="LMHMono" panose="020B0609030804020204" pitchFamily="49" charset="0"/>
                    <a:cs typeface="LMHMono" panose="020B0609030804020204" pitchFamily="49" charset="0"/>
                  </a:endParaRPr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2A39242-0DF1-02BE-638A-DB836C68D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468880"/>
                  <a:ext cx="731520" cy="73152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A31C0A1-0753-83B9-765E-771F93ACB1F5}"/>
              </a:ext>
            </a:extLst>
          </p:cNvPr>
          <p:cNvSpPr/>
          <p:nvPr/>
        </p:nvSpPr>
        <p:spPr>
          <a:xfrm rot="21111856">
            <a:off x="1564836" y="5591092"/>
            <a:ext cx="5486400" cy="1828800"/>
          </a:xfrm>
          <a:prstGeom prst="roundRect">
            <a:avLst/>
          </a:prstGeom>
          <a:noFill/>
          <a:ln w="152400" cmpd="dbl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Nén đ</a:t>
            </a:r>
            <a:r>
              <a:rPr lang="vi-VN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ư</a:t>
            </a:r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ờng</a:t>
            </a:r>
          </a:p>
          <a:p>
            <a:pPr algn="ctr"/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(Path Compression)</a:t>
            </a:r>
          </a:p>
        </p:txBody>
      </p:sp>
    </p:spTree>
    <p:extLst>
      <p:ext uri="{BB962C8B-B14F-4D97-AF65-F5344CB8AC3E}">
        <p14:creationId xmlns:p14="http://schemas.microsoft.com/office/powerpoint/2010/main" val="2007033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5A83-3643-B537-173C-9F4568CC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E60DB-6DF7-4A88-B58E-FD1DC5AFC1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3200">
                <a:solidFill>
                  <a:schemeClr val="accent5"/>
                </a:solidFill>
              </a:rPr>
              <a:t>/*</a:t>
            </a:r>
            <a:endParaRPr lang="vi-VN" sz="3200">
              <a:solidFill>
                <a:schemeClr val="accent5"/>
              </a:solidFill>
            </a:endParaRPr>
          </a:p>
          <a:p>
            <a:r>
              <a:rPr lang="en-US" sz="3200">
                <a:solidFill>
                  <a:schemeClr val="accent5"/>
                </a:solidFill>
              </a:rPr>
              <a:t>Hợp nhất cây gốc r và cây gốc s</a:t>
            </a:r>
          </a:p>
          <a:p>
            <a:r>
              <a:rPr lang="en-US" sz="3200">
                <a:solidFill>
                  <a:schemeClr val="accent5"/>
                </a:solidFill>
              </a:rPr>
              <a:t>Gốc cây bé hơn làm con</a:t>
            </a:r>
          </a:p>
          <a:p>
            <a:r>
              <a:rPr lang="en-US" sz="3200">
                <a:solidFill>
                  <a:schemeClr val="accent5"/>
                </a:solidFill>
              </a:rPr>
              <a:t>gốc cây to hơn</a:t>
            </a:r>
            <a:endParaRPr lang="vi-VN" sz="3200">
              <a:solidFill>
                <a:schemeClr val="accent5"/>
              </a:solidFill>
            </a:endParaRPr>
          </a:p>
          <a:p>
            <a:r>
              <a:rPr lang="en-US" sz="3200">
                <a:solidFill>
                  <a:schemeClr val="accent5"/>
                </a:solidFill>
              </a:rPr>
              <a:t>*/</a:t>
            </a:r>
          </a:p>
          <a:p>
            <a:r>
              <a:rPr lang="en-US" sz="3200">
                <a:solidFill>
                  <a:schemeClr val="tx2"/>
                </a:solidFill>
              </a:rPr>
              <a:t>void </a:t>
            </a:r>
            <a:r>
              <a:rPr lang="en-US" sz="3200"/>
              <a:t>Unite(</a:t>
            </a:r>
            <a:r>
              <a:rPr lang="en-US" sz="3200">
                <a:solidFill>
                  <a:schemeClr val="tx2"/>
                </a:solidFill>
              </a:rPr>
              <a:t>int</a:t>
            </a:r>
            <a:r>
              <a:rPr lang="en-US" sz="3200"/>
              <a:t> r, </a:t>
            </a:r>
            <a:r>
              <a:rPr lang="en-US" sz="3200">
                <a:solidFill>
                  <a:schemeClr val="tx2"/>
                </a:solidFill>
              </a:rPr>
              <a:t>int</a:t>
            </a:r>
            <a:r>
              <a:rPr lang="en-US" sz="3200"/>
              <a:t> s)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(lab[s] &lt; lab[r])</a:t>
            </a:r>
          </a:p>
          <a:p>
            <a:r>
              <a:rPr lang="en-US" sz="3200"/>
              <a:t>        swap(r, s);</a:t>
            </a:r>
          </a:p>
          <a:p>
            <a:r>
              <a:rPr lang="en-US" sz="3200"/>
              <a:t>    lab[r] += lab[s];</a:t>
            </a:r>
          </a:p>
          <a:p>
            <a:r>
              <a:rPr lang="en-US" sz="3200"/>
              <a:t>    lab[s] = r;</a:t>
            </a:r>
          </a:p>
          <a:p>
            <a:r>
              <a:rPr lang="en-US" sz="3200"/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DF0079-EB3A-4EED-B6FD-C0E9174ABA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chemeClr val="tx2"/>
                </a:solidFill>
              </a:rPr>
              <a:t>for</a:t>
            </a:r>
            <a:r>
              <a:rPr lang="en-US" sz="3200"/>
              <a:t> (∀u = 0, 1, …, n - 1)</a:t>
            </a:r>
            <a:r>
              <a:rPr lang="en-US" sz="3200">
                <a:effectLst/>
              </a:rPr>
              <a:t> MakeSet(u);</a:t>
            </a:r>
          </a:p>
          <a:p>
            <a:r>
              <a:rPr lang="en-US" sz="3200">
                <a:solidFill>
                  <a:schemeClr val="tx2"/>
                </a:solidFill>
                <a:effectLst/>
              </a:rPr>
              <a:t>for</a:t>
            </a:r>
            <a:r>
              <a:rPr lang="en-US" sz="3200">
                <a:effectLst/>
              </a:rPr>
              <a:t> (∀ truy vấn (u, v))</a:t>
            </a:r>
          </a:p>
          <a:p>
            <a:r>
              <a:rPr lang="en-US" sz="3200">
                <a:effectLst/>
              </a:rPr>
              <a:t>{</a:t>
            </a:r>
          </a:p>
          <a:p>
            <a:r>
              <a:rPr lang="en-US" sz="3200">
                <a:effectLst/>
              </a:rPr>
              <a:t>    r = FindSet(u); s = FindSet(v);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if</a:t>
            </a:r>
            <a:r>
              <a:rPr lang="en-US" sz="3200">
                <a:effectLst/>
              </a:rPr>
              <a:t> (r ≠ s)</a:t>
            </a:r>
          </a:p>
          <a:p>
            <a:r>
              <a:rPr lang="en-US" sz="3200">
                <a:effectLst/>
              </a:rPr>
              <a:t>    {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effectLst/>
                <a:sym typeface="Symbol" panose="05050102010706020507" pitchFamily="18" charset="2"/>
              </a:rPr>
              <a:t> “YES”;</a:t>
            </a:r>
            <a:endParaRPr lang="en-US" sz="3200">
              <a:effectLst/>
            </a:endParaRPr>
          </a:p>
          <a:p>
            <a:r>
              <a:rPr lang="en-US" sz="3200">
                <a:effectLst/>
              </a:rPr>
              <a:t>        </a:t>
            </a:r>
            <a:r>
              <a:rPr lang="en-US" sz="320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Unite(r, s);</a:t>
            </a:r>
          </a:p>
          <a:p>
            <a:r>
              <a:rPr lang="en-US" sz="3200">
                <a:effectLst/>
              </a:rPr>
              <a:t>    }</a:t>
            </a:r>
          </a:p>
          <a:p>
            <a:r>
              <a:rPr lang="en-US" sz="3200">
                <a:effectLst/>
              </a:rPr>
              <a:t>    </a:t>
            </a:r>
            <a:r>
              <a:rPr lang="en-US" sz="3200">
                <a:solidFill>
                  <a:schemeClr val="tx2"/>
                </a:solidFill>
                <a:effectLst/>
              </a:rPr>
              <a:t>else</a:t>
            </a:r>
          </a:p>
          <a:p>
            <a:r>
              <a:rPr lang="en-US" sz="3200">
                <a:effectLst/>
              </a:rPr>
              <a:t>        Output </a:t>
            </a:r>
            <a:r>
              <a:rPr lang="en-US" sz="3200">
                <a:effectLst/>
                <a:sym typeface="Symbol" panose="05050102010706020507" pitchFamily="18" charset="2"/>
              </a:rPr>
              <a:t> “NO”;</a:t>
            </a:r>
            <a:endParaRPr lang="en-US" sz="3200">
              <a:effectLst/>
            </a:endParaRPr>
          </a:p>
          <a:p>
            <a:r>
              <a:rPr lang="en-US" sz="3200">
                <a:effectLst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AB6C-CC56-46C5-BB35-B70C9C1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8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66287CA-2D11-4634-B480-5D2E79666886}"/>
              </a:ext>
            </a:extLst>
          </p:cNvPr>
          <p:cNvCxnSpPr>
            <a:cxnSpLocks/>
          </p:cNvCxnSpPr>
          <p:nvPr/>
        </p:nvCxnSpPr>
        <p:spPr>
          <a:xfrm flipV="1">
            <a:off x="9677400" y="1828800"/>
            <a:ext cx="2971800" cy="13716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CAB6C-CC56-46C5-BB35-B70C9C13B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1406626" rtl="0" eaLnBrk="1" latinLnBrk="0" hangingPunct="1">
              <a:defRPr sz="2800" kern="12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  <a:cs typeface="+mn-cs"/>
              </a:defRPr>
            </a:lvl1pPr>
            <a:lvl2pPr marL="703312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626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09938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13250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16563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9875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23189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626501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AF171B-BCF0-4F8D-B01B-8AC3659B914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E60DB-6DF7-4A88-B58E-FD1DC5AFC1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" y="91440"/>
            <a:ext cx="7132320" cy="7132320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accent5"/>
                </a:solidFill>
              </a:rPr>
              <a:t>/*</a:t>
            </a:r>
            <a:endParaRPr lang="vi-VN" sz="3200">
              <a:solidFill>
                <a:schemeClr val="accent5"/>
              </a:solidFill>
            </a:endParaRPr>
          </a:p>
          <a:p>
            <a:r>
              <a:rPr lang="en-US" sz="3200">
                <a:solidFill>
                  <a:schemeClr val="accent5"/>
                </a:solidFill>
              </a:rPr>
              <a:t>Hợp nhất cây gốc r và cây gốc s</a:t>
            </a:r>
          </a:p>
          <a:p>
            <a:r>
              <a:rPr lang="en-US" sz="3200">
                <a:solidFill>
                  <a:schemeClr val="accent5"/>
                </a:solidFill>
              </a:rPr>
              <a:t>Gốc cây bé hơn làm con</a:t>
            </a:r>
          </a:p>
          <a:p>
            <a:r>
              <a:rPr lang="en-US" sz="3200">
                <a:solidFill>
                  <a:schemeClr val="accent5"/>
                </a:solidFill>
              </a:rPr>
              <a:t>gốc cây to hơn</a:t>
            </a:r>
            <a:endParaRPr lang="vi-VN" sz="3200">
              <a:solidFill>
                <a:schemeClr val="accent5"/>
              </a:solidFill>
            </a:endParaRPr>
          </a:p>
          <a:p>
            <a:r>
              <a:rPr lang="en-US" sz="3200">
                <a:solidFill>
                  <a:schemeClr val="accent5"/>
                </a:solidFill>
              </a:rPr>
              <a:t>*/</a:t>
            </a:r>
          </a:p>
          <a:p>
            <a:r>
              <a:rPr lang="en-US" sz="3200">
                <a:solidFill>
                  <a:schemeClr val="tx2"/>
                </a:solidFill>
              </a:rPr>
              <a:t>void </a:t>
            </a:r>
            <a:r>
              <a:rPr lang="en-US" sz="3200"/>
              <a:t>Unite(</a:t>
            </a:r>
            <a:r>
              <a:rPr lang="en-US" sz="3200">
                <a:solidFill>
                  <a:schemeClr val="tx2"/>
                </a:solidFill>
              </a:rPr>
              <a:t>int</a:t>
            </a:r>
            <a:r>
              <a:rPr lang="en-US" sz="3200"/>
              <a:t> r, </a:t>
            </a:r>
            <a:r>
              <a:rPr lang="en-US" sz="3200">
                <a:solidFill>
                  <a:schemeClr val="tx2"/>
                </a:solidFill>
              </a:rPr>
              <a:t>int</a:t>
            </a:r>
            <a:r>
              <a:rPr lang="en-US" sz="3200"/>
              <a:t> s)</a:t>
            </a:r>
          </a:p>
          <a:p>
            <a:r>
              <a:rPr lang="en-US" sz="3200"/>
              <a:t>{</a:t>
            </a:r>
          </a:p>
          <a:p>
            <a:r>
              <a:rPr lang="en-US" sz="3200"/>
              <a:t>    </a:t>
            </a:r>
            <a:r>
              <a:rPr lang="en-US" sz="3200">
                <a:solidFill>
                  <a:schemeClr val="tx2"/>
                </a:solidFill>
              </a:rPr>
              <a:t>if</a:t>
            </a:r>
            <a:r>
              <a:rPr lang="en-US" sz="3200"/>
              <a:t> (lab[s] &lt; lab[r])</a:t>
            </a:r>
          </a:p>
          <a:p>
            <a:r>
              <a:rPr lang="en-US" sz="3200"/>
              <a:t>        swap(r, s);</a:t>
            </a:r>
          </a:p>
          <a:p>
            <a:r>
              <a:rPr lang="en-US" sz="3200"/>
              <a:t>    lab[r] += lab[s];</a:t>
            </a:r>
          </a:p>
          <a:p>
            <a:r>
              <a:rPr lang="en-US" sz="3200"/>
              <a:t>    lab[s] = r;</a:t>
            </a:r>
          </a:p>
          <a:p>
            <a:r>
              <a:rPr lang="en-US" sz="3200"/>
              <a:t>}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9776E56-DA88-4DFF-85D3-E7EB667C60DC}"/>
              </a:ext>
            </a:extLst>
          </p:cNvPr>
          <p:cNvSpPr/>
          <p:nvPr/>
        </p:nvSpPr>
        <p:spPr>
          <a:xfrm>
            <a:off x="8763000" y="3200400"/>
            <a:ext cx="1828800" cy="2057400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45AFB4C-42D4-4158-A675-30F69C0123A1}"/>
              </a:ext>
            </a:extLst>
          </p:cNvPr>
          <p:cNvSpPr/>
          <p:nvPr/>
        </p:nvSpPr>
        <p:spPr>
          <a:xfrm>
            <a:off x="11049000" y="1828800"/>
            <a:ext cx="3200400" cy="4114800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B0E1CC-71B6-4673-AC84-211DD71F2DB5}"/>
              </a:ext>
            </a:extLst>
          </p:cNvPr>
          <p:cNvSpPr/>
          <p:nvPr/>
        </p:nvSpPr>
        <p:spPr>
          <a:xfrm>
            <a:off x="9220200" y="274320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09F94F-F2F4-41F3-B14F-8E56BC23CEF7}"/>
              </a:ext>
            </a:extLst>
          </p:cNvPr>
          <p:cNvSpPr/>
          <p:nvPr/>
        </p:nvSpPr>
        <p:spPr>
          <a:xfrm>
            <a:off x="12192000" y="137160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endParaRPr lang="en-US" sz="2800">
              <a:solidFill>
                <a:schemeClr val="tx1"/>
              </a:solidFill>
              <a:ea typeface="LMHMono" panose="020B0609030804020204" pitchFamily="49" charset="0"/>
              <a:cs typeface="LMHMono" panose="020B0609030804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D32F66-03E2-4F49-A3F0-96ABEAD36A19}"/>
                  </a:ext>
                </a:extLst>
              </p:cNvPr>
              <p:cNvSpPr/>
              <p:nvPr/>
            </p:nvSpPr>
            <p:spPr>
              <a:xfrm>
                <a:off x="9220200" y="27432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  <a:flatTx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MHMono" panose="020B0609030804020204" pitchFamily="49" charset="0"/>
                          <a:cs typeface="LMHMono" panose="020B0609030804020204" pitchFamily="49" charset="0"/>
                        </a:rPr>
                        <m:t>𝑟</m:t>
                      </m:r>
                    </m:oMath>
                  </m:oMathPara>
                </a14:m>
                <a:endPara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D32F66-03E2-4F49-A3F0-96ABEAD36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200" y="2743200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A9E87B-8CFA-4E6D-AC72-D1960B5DF803}"/>
                  </a:ext>
                </a:extLst>
              </p:cNvPr>
              <p:cNvSpPr/>
              <p:nvPr/>
            </p:nvSpPr>
            <p:spPr>
              <a:xfrm>
                <a:off x="12192000" y="13716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  <a:flatTx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LMHMono" panose="020B0609030804020204" pitchFamily="49" charset="0"/>
                          <a:cs typeface="LMHMono" panose="020B0609030804020204" pitchFamily="49" charset="0"/>
                        </a:rPr>
                        <m:t>𝑠</m:t>
                      </m:r>
                    </m:oMath>
                  </m:oMathPara>
                </a14:m>
                <a:endParaRPr lang="en-US" sz="2800">
                  <a:solidFill>
                    <a:schemeClr val="tx1"/>
                  </a:solidFill>
                  <a:ea typeface="LMHMono" panose="020B0609030804020204" pitchFamily="49" charset="0"/>
                  <a:cs typeface="LMHMono" panose="020B0609030804020204" pitchFamily="49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A9E87B-8CFA-4E6D-AC72-D1960B5DF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371600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B9446F-DECB-4709-A3B6-47ABCB272BBE}"/>
              </a:ext>
            </a:extLst>
          </p:cNvPr>
          <p:cNvSpPr/>
          <p:nvPr/>
        </p:nvSpPr>
        <p:spPr>
          <a:xfrm rot="21111856">
            <a:off x="1564836" y="5591092"/>
            <a:ext cx="5486400" cy="1828800"/>
          </a:xfrm>
          <a:prstGeom prst="roundRect">
            <a:avLst/>
          </a:prstGeom>
          <a:noFill/>
          <a:ln w="152400" cmpd="dbl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Hợp theo hạng</a:t>
            </a:r>
          </a:p>
          <a:p>
            <a:pPr algn="ctr"/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(Union – by – Rank)</a:t>
            </a:r>
          </a:p>
        </p:txBody>
      </p:sp>
    </p:spTree>
    <p:extLst>
      <p:ext uri="{BB962C8B-B14F-4D97-AF65-F5344CB8AC3E}">
        <p14:creationId xmlns:p14="http://schemas.microsoft.com/office/powerpoint/2010/main" val="297932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11111E-6 L 0.20312 -0.1666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56" y="-833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20312 0.1666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96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D187-5779-4742-BEFD-22A8A555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Độ phức tạp tính toán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05C894-234E-4067-9A8D-A51AB31CF1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/>
                  <a:t>Đánh giá bù trừ (amortized analysis): Xét dãy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thao tác MakeSet, FindSet và Unite</a:t>
                </a:r>
              </a:p>
              <a:p>
                <a:r>
                  <a:rPr lang="en-US"/>
                  <a:t>Thời gian thực hiện</a:t>
                </a:r>
              </a:p>
              <a:p>
                <a:pPr lvl="1"/>
                <a:r>
                  <a:rPr lang="en-US"/>
                  <a:t>[Hopcroft, Ullman – 1973]: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[Tarjan – 1979]: Không thể v</a:t>
                </a:r>
                <a:r>
                  <a:rPr lang="vi-VN"/>
                  <a:t>ư</a:t>
                </a:r>
                <a:r>
                  <a:rPr lang="en-US"/>
                  <a:t>ợt qua rào cản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 với TH xấu nhất</a:t>
                </a:r>
                <a:endParaRPr lang="en-US"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pPr lvl="1"/>
                <a:r>
                  <a:rPr lang="en-US"/>
                  <a:t>[Tarjan – 1999]: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 với Disjoint-Set Forest</a:t>
                </a:r>
                <a:endParaRPr lang="en-US">
                  <a:effectLst>
                    <a:glow rad="228600">
                      <a:schemeClr val="accent2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≥3⇒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</m:t>
                    </m:r>
                  </m:oMath>
                </a14:m>
                <a:r>
                  <a:rPr lang="en-US"/>
                  <a:t>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≥4⇒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&gt;2047</m:t>
                    </m:r>
                  </m:oMath>
                </a14:m>
                <a:r>
                  <a:rPr lang="en-US" b="0" i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</m:oMath>
                </a14:m>
                <a:r>
                  <a:rPr lang="en-US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/>
                  <a:t>?</a:t>
                </a:r>
              </a:p>
              <a:p>
                <a:pPr lvl="2"/>
                <a:r>
                  <a:rPr lang="en-US"/>
                  <a:t>⇒ có thể coi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/>
                  <a:t> là hằng số trong các ứng dụng thực tế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05C894-234E-4067-9A8D-A51AB31CF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5E6F7-C061-486B-885A-5BD6779D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41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E323-99FD-41E7-B27E-D3A99067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Nén đ</a:t>
            </a:r>
            <a:r>
              <a:rPr lang="vi-VN"/>
              <a:t>ư</a:t>
            </a:r>
            <a:r>
              <a:rPr lang="en-US"/>
              <a:t>ờng và hợp theo hạng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62484-B2D8-40DD-911C-B9BE80AE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6D959A86-2D20-4FCD-B534-9D06C990EC31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82563" y="1371601"/>
              <a:ext cx="14265276" cy="5120639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4755092">
                      <a:extLst>
                        <a:ext uri="{9D8B030D-6E8A-4147-A177-3AD203B41FA5}">
                          <a16:colId xmlns:a16="http://schemas.microsoft.com/office/drawing/2014/main" val="4258891743"/>
                        </a:ext>
                      </a:extLst>
                    </a:gridCol>
                    <a:gridCol w="4755092">
                      <a:extLst>
                        <a:ext uri="{9D8B030D-6E8A-4147-A177-3AD203B41FA5}">
                          <a16:colId xmlns:a16="http://schemas.microsoft.com/office/drawing/2014/main" val="3194280255"/>
                        </a:ext>
                      </a:extLst>
                    </a:gridCol>
                    <a:gridCol w="4755092">
                      <a:extLst>
                        <a:ext uri="{9D8B030D-6E8A-4147-A177-3AD203B41FA5}">
                          <a16:colId xmlns:a16="http://schemas.microsoft.com/office/drawing/2014/main" val="1614184489"/>
                        </a:ext>
                      </a:extLst>
                    </a:gridCol>
                  </a:tblGrid>
                  <a:tr h="1463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Nén đ</a:t>
                          </a:r>
                          <a:r>
                            <a:rPr lang="vi-VN" sz="3600">
                              <a:solidFill>
                                <a:schemeClr val="tx1"/>
                              </a:solidFill>
                            </a:rPr>
                            <a:t>ư</a:t>
                          </a:r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ờng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(Path Compression)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Hợp theo hạng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(Union – by – Rank)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Thời gian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(Worst case)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55609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3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n-US" sz="3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3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846918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3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n-US" sz="3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func>
                                      <m:funcPr>
                                        <m:ctrlPr>
                                          <a:rPr lang="en-US" sz="3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6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36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3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136362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36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Ο</m:t>
                              </m:r>
                              <m:d>
                                <m:d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36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func>
                                    <m:funcPr>
                                      <m:ctrlPr>
                                        <a:rPr lang="en-US" sz="3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36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3600" b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 (*)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33942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36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Ο</m:t>
                                </m:r>
                                <m:d>
                                  <m:dPr>
                                    <m:ctrlPr>
                                      <a:rPr lang="en-US" sz="3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36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d>
                                      <m:dPr>
                                        <m:ctrlPr>
                                          <a:rPr lang="en-US" sz="3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6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36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9443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6D959A86-2D20-4FCD-B534-9D06C990EC3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5259378"/>
                  </p:ext>
                </p:extLst>
              </p:nvPr>
            </p:nvGraphicFramePr>
            <p:xfrm>
              <a:off x="182563" y="1371601"/>
              <a:ext cx="14265276" cy="5120639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4755092">
                      <a:extLst>
                        <a:ext uri="{9D8B030D-6E8A-4147-A177-3AD203B41FA5}">
                          <a16:colId xmlns:a16="http://schemas.microsoft.com/office/drawing/2014/main" val="4258891743"/>
                        </a:ext>
                      </a:extLst>
                    </a:gridCol>
                    <a:gridCol w="4755092">
                      <a:extLst>
                        <a:ext uri="{9D8B030D-6E8A-4147-A177-3AD203B41FA5}">
                          <a16:colId xmlns:a16="http://schemas.microsoft.com/office/drawing/2014/main" val="3194280255"/>
                        </a:ext>
                      </a:extLst>
                    </a:gridCol>
                    <a:gridCol w="4755092">
                      <a:extLst>
                        <a:ext uri="{9D8B030D-6E8A-4147-A177-3AD203B41FA5}">
                          <a16:colId xmlns:a16="http://schemas.microsoft.com/office/drawing/2014/main" val="1614184489"/>
                        </a:ext>
                      </a:extLst>
                    </a:gridCol>
                  </a:tblGrid>
                  <a:tr h="1463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Nén đ</a:t>
                          </a:r>
                          <a:r>
                            <a:rPr lang="vi-VN" sz="3600">
                              <a:solidFill>
                                <a:schemeClr val="tx1"/>
                              </a:solidFill>
                            </a:rPr>
                            <a:t>ư</a:t>
                          </a:r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ờng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(Path Compression)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Hợp theo hạng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(Union – by – Rank)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Thời gian</a:t>
                          </a:r>
                        </a:p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(Worst case)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556097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70000" r="-256" b="-3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846918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70000" r="-256" b="-2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136362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70000" r="-256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833942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>
                              <a:solidFill>
                                <a:schemeClr val="tx1"/>
                              </a:solidFill>
                            </a:rPr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70000" r="-256" b="-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69443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0E25BD-599A-4A02-9C9F-741B7FA85A97}"/>
                  </a:ext>
                </a:extLst>
              </p:cNvPr>
              <p:cNvSpPr txBox="1"/>
              <p:nvPr/>
            </p:nvSpPr>
            <p:spPr>
              <a:xfrm>
                <a:off x="182880" y="6675120"/>
                <a:ext cx="9802748" cy="610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(*): Chặt hơn là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/>
                  <a:t> 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là số phép FindSet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0E25BD-599A-4A02-9C9F-741B7FA85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6675120"/>
                <a:ext cx="9802748" cy="610616"/>
              </a:xfrm>
              <a:prstGeom prst="rect">
                <a:avLst/>
              </a:prstGeom>
              <a:blipFill>
                <a:blip r:embed="rId3"/>
                <a:stretch>
                  <a:fillRect l="-1306" t="-7000" r="-99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915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A2063A-5AA8-46CC-9AB1-99469238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Duyệt cây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DB410-73DF-4BD2-A40D-51B7C85243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Thứ tự của các nút trên cây</a:t>
            </a:r>
          </a:p>
          <a:p>
            <a:r>
              <a:rPr lang="en-US"/>
              <a:t>Giải mã ký pháp tiền tố và hậu tố</a:t>
            </a:r>
          </a:p>
        </p:txBody>
      </p:sp>
    </p:spTree>
    <p:extLst>
      <p:ext uri="{BB962C8B-B14F-4D97-AF65-F5344CB8AC3E}">
        <p14:creationId xmlns:p14="http://schemas.microsoft.com/office/powerpoint/2010/main" val="3873297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AB3711-C9B8-495F-B0E7-EF78543C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Duyệt cây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CD91E-AB22-4B61-B0D1-DBE524E78D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>
                <a:solidFill>
                  <a:schemeClr val="accent2"/>
                </a:solidFill>
              </a:rPr>
              <a:t>//Thứ tự tr</a:t>
            </a:r>
            <a:r>
              <a:rPr lang="vi-VN">
                <a:solidFill>
                  <a:schemeClr val="accent2"/>
                </a:solidFill>
              </a:rPr>
              <a:t>ư</a:t>
            </a:r>
            <a:r>
              <a:rPr lang="en-US">
                <a:solidFill>
                  <a:schemeClr val="accent2"/>
                </a:solidFill>
              </a:rPr>
              <a:t>ớc (pre-order)</a:t>
            </a:r>
          </a:p>
          <a:p>
            <a:r>
              <a:rPr lang="en-US">
                <a:solidFill>
                  <a:schemeClr val="tx2"/>
                </a:solidFill>
              </a:rPr>
              <a:t>void </a:t>
            </a:r>
            <a:r>
              <a:rPr lang="en-US"/>
              <a:t>Visit(x)</a:t>
            </a:r>
          </a:p>
          <a:p>
            <a:r>
              <a:rPr lang="en-US"/>
              <a:t>{</a:t>
            </a:r>
          </a:p>
          <a:p>
            <a:r>
              <a:rPr lang="en-US"/>
              <a:t>    Output </a:t>
            </a:r>
            <a:r>
              <a:rPr lang="en-US">
                <a:sym typeface="Symbol" panose="05050102010706020507" pitchFamily="18" charset="2"/>
              </a:rPr>
              <a:t> </a:t>
            </a:r>
            <a:r>
              <a:rPr lang="en-US"/>
              <a:t>x;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(∀y ∈ con(x))</a:t>
            </a:r>
          </a:p>
          <a:p>
            <a:r>
              <a:rPr lang="en-US"/>
              <a:t>        Visit(y);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Visit(gốc);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9DFF3D-6392-4B6A-8C81-99D30E39D7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>
                <a:solidFill>
                  <a:schemeClr val="accent2"/>
                </a:solidFill>
              </a:rPr>
              <a:t>//Thứ tự sau (post-order)</a:t>
            </a:r>
          </a:p>
          <a:p>
            <a:r>
              <a:rPr lang="en-US">
                <a:solidFill>
                  <a:schemeClr val="tx2"/>
                </a:solidFill>
              </a:rPr>
              <a:t>void </a:t>
            </a:r>
            <a:r>
              <a:rPr lang="en-US"/>
              <a:t>Visit(x)</a:t>
            </a:r>
          </a:p>
          <a:p>
            <a:r>
              <a:rPr lang="en-US"/>
              <a:t>{</a:t>
            </a:r>
          </a:p>
          <a:p>
            <a:r>
              <a:rPr lang="en-US">
                <a:solidFill>
                  <a:schemeClr val="tx2"/>
                </a:solidFill>
              </a:rPr>
              <a:t>    for</a:t>
            </a:r>
            <a:r>
              <a:rPr lang="en-US"/>
              <a:t> (∀y ∈ con(x))</a:t>
            </a:r>
          </a:p>
          <a:p>
            <a:r>
              <a:rPr lang="en-US"/>
              <a:t>        Visit(y);</a:t>
            </a:r>
          </a:p>
          <a:p>
            <a:r>
              <a:rPr lang="en-US"/>
              <a:t>    Output </a:t>
            </a:r>
            <a:r>
              <a:rPr lang="en-US">
                <a:sym typeface="Symbol" panose="05050102010706020507" pitchFamily="18" charset="2"/>
              </a:rPr>
              <a:t> </a:t>
            </a:r>
            <a:r>
              <a:rPr lang="en-US"/>
              <a:t>x;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Visit(gốc);</a:t>
            </a:r>
          </a:p>
        </p:txBody>
      </p:sp>
    </p:spTree>
    <p:extLst>
      <p:ext uri="{BB962C8B-B14F-4D97-AF65-F5344CB8AC3E}">
        <p14:creationId xmlns:p14="http://schemas.microsoft.com/office/powerpoint/2010/main" val="3940275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C1D754-393F-4D8F-B947-84D1BACD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Thứ tự tr</a:t>
            </a:r>
            <a:r>
              <a:rPr lang="vi-VN"/>
              <a:t>ư</a:t>
            </a:r>
            <a:r>
              <a:rPr lang="en-US"/>
              <a:t>ớc và thứ tự sau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08BC07-7F53-47DA-A35B-F9219EEB8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371600"/>
            <a:ext cx="8778240" cy="5852160"/>
          </a:xfrm>
        </p:spPr>
        <p:txBody>
          <a:bodyPr>
            <a:normAutofit lnSpcReduction="10000"/>
          </a:bodyPr>
          <a:lstStyle/>
          <a:p>
            <a:r>
              <a:rPr lang="en-US"/>
              <a:t>Thứ tự trước</a:t>
            </a:r>
          </a:p>
          <a:p>
            <a:pPr lvl="1"/>
            <a:r>
              <a:rPr lang="en-US"/>
              <a:t>* + / 6 2 4 – 8 3</a:t>
            </a:r>
          </a:p>
          <a:p>
            <a:pPr lvl="1"/>
            <a:r>
              <a:rPr lang="en-US"/>
              <a:t>Ký pháp tiền tố (PN)</a:t>
            </a:r>
          </a:p>
          <a:p>
            <a:r>
              <a:rPr lang="en-US"/>
              <a:t>Thứ tự sau</a:t>
            </a:r>
          </a:p>
          <a:p>
            <a:pPr lvl="1"/>
            <a:r>
              <a:rPr lang="en-US"/>
              <a:t>6 2 / 4 + 8 3 - *</a:t>
            </a:r>
          </a:p>
          <a:p>
            <a:pPr lvl="1"/>
            <a:r>
              <a:rPr lang="en-US"/>
              <a:t>Ký pháp hậu tố (RPN)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C8EB7-5B11-4BE8-A46F-9B7B7E29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FD2BFB1-1E32-4457-9657-5B0C9A751E19}"/>
              </a:ext>
            </a:extLst>
          </p:cNvPr>
          <p:cNvGrpSpPr/>
          <p:nvPr/>
        </p:nvGrpSpPr>
        <p:grpSpPr>
          <a:xfrm>
            <a:off x="9144000" y="1737360"/>
            <a:ext cx="5292384" cy="5218331"/>
            <a:chOff x="9144000" y="1737360"/>
            <a:chExt cx="5292384" cy="521833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1311A9C-BA45-49AC-AD56-8D25ECC48352}"/>
                </a:ext>
              </a:extLst>
            </p:cNvPr>
            <p:cNvCxnSpPr/>
            <p:nvPr/>
          </p:nvCxnSpPr>
          <p:spPr>
            <a:xfrm flipH="1">
              <a:off x="9509760" y="448056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727ADF-6D6D-45BD-BBE5-0CE370F4A43F}"/>
                </a:ext>
              </a:extLst>
            </p:cNvPr>
            <p:cNvCxnSpPr/>
            <p:nvPr/>
          </p:nvCxnSpPr>
          <p:spPr>
            <a:xfrm>
              <a:off x="10058400" y="448056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0A3DABE-3BDB-4AB8-A682-93E8A0310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200400"/>
              <a:ext cx="73152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C7D4EAA-5378-4ACB-A468-F1462361FA36}"/>
                </a:ext>
              </a:extLst>
            </p:cNvPr>
            <p:cNvCxnSpPr>
              <a:cxnSpLocks/>
            </p:cNvCxnSpPr>
            <p:nvPr/>
          </p:nvCxnSpPr>
          <p:spPr>
            <a:xfrm>
              <a:off x="10789920" y="3200400"/>
              <a:ext cx="91440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BEB8B72-C804-416E-8B86-B560996A2719}"/>
                </a:ext>
              </a:extLst>
            </p:cNvPr>
            <p:cNvCxnSpPr/>
            <p:nvPr/>
          </p:nvCxnSpPr>
          <p:spPr>
            <a:xfrm flipH="1">
              <a:off x="10789920" y="2103120"/>
              <a:ext cx="128016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0B6679-9292-4C32-B2B0-16DFF6E6052C}"/>
                </a:ext>
              </a:extLst>
            </p:cNvPr>
            <p:cNvCxnSpPr/>
            <p:nvPr/>
          </p:nvCxnSpPr>
          <p:spPr>
            <a:xfrm>
              <a:off x="12070080" y="2103120"/>
              <a:ext cx="128016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EF5A3E8-D22A-4AE1-8B02-5716A8BDFED1}"/>
                </a:ext>
              </a:extLst>
            </p:cNvPr>
            <p:cNvCxnSpPr/>
            <p:nvPr/>
          </p:nvCxnSpPr>
          <p:spPr>
            <a:xfrm flipH="1">
              <a:off x="12801600" y="3200400"/>
              <a:ext cx="54864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EC3FACD-9448-4C43-B279-CD04A4D542B3}"/>
                </a:ext>
              </a:extLst>
            </p:cNvPr>
            <p:cNvCxnSpPr/>
            <p:nvPr/>
          </p:nvCxnSpPr>
          <p:spPr>
            <a:xfrm>
              <a:off x="13350240" y="3200400"/>
              <a:ext cx="54864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0038FD-2BF0-4359-869F-E2DC4CCD1A38}"/>
                </a:ext>
              </a:extLst>
            </p:cNvPr>
            <p:cNvSpPr/>
            <p:nvPr/>
          </p:nvSpPr>
          <p:spPr>
            <a:xfrm>
              <a:off x="9144000" y="521208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9EC84F-F3AD-45AF-9C59-F746BAE483A2}"/>
                </a:ext>
              </a:extLst>
            </p:cNvPr>
            <p:cNvSpPr/>
            <p:nvPr/>
          </p:nvSpPr>
          <p:spPr>
            <a:xfrm>
              <a:off x="10241280" y="521208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0E6047-7F08-41BE-BFF5-1889277385E8}"/>
                </a:ext>
              </a:extLst>
            </p:cNvPr>
            <p:cNvSpPr/>
            <p:nvPr/>
          </p:nvSpPr>
          <p:spPr>
            <a:xfrm>
              <a:off x="9692640" y="411480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/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967F13-469F-438A-A45E-3753B3BC1446}"/>
                </a:ext>
              </a:extLst>
            </p:cNvPr>
            <p:cNvSpPr/>
            <p:nvPr/>
          </p:nvSpPr>
          <p:spPr>
            <a:xfrm>
              <a:off x="11338560" y="411480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37C7D7-FA3A-4F84-8A20-FB1B7232D049}"/>
                </a:ext>
              </a:extLst>
            </p:cNvPr>
            <p:cNvSpPr/>
            <p:nvPr/>
          </p:nvSpPr>
          <p:spPr>
            <a:xfrm>
              <a:off x="10424160" y="283464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+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FFD4B5-2552-4FDC-8A77-F6A6ACE92A98}"/>
                </a:ext>
              </a:extLst>
            </p:cNvPr>
            <p:cNvSpPr/>
            <p:nvPr/>
          </p:nvSpPr>
          <p:spPr>
            <a:xfrm>
              <a:off x="12435840" y="411480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B99BA18-E102-431C-BBB6-96E42BBE3472}"/>
                </a:ext>
              </a:extLst>
            </p:cNvPr>
            <p:cNvSpPr/>
            <p:nvPr/>
          </p:nvSpPr>
          <p:spPr>
            <a:xfrm>
              <a:off x="13533120" y="4114800"/>
              <a:ext cx="731520" cy="73152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674EF09-9144-4E2D-99A8-5B7F39C17786}"/>
                </a:ext>
              </a:extLst>
            </p:cNvPr>
            <p:cNvSpPr/>
            <p:nvPr/>
          </p:nvSpPr>
          <p:spPr>
            <a:xfrm>
              <a:off x="12984480" y="283464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-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3058D51-B074-4BD4-9F32-DADA4B962AFB}"/>
                </a:ext>
              </a:extLst>
            </p:cNvPr>
            <p:cNvSpPr/>
            <p:nvPr/>
          </p:nvSpPr>
          <p:spPr>
            <a:xfrm>
              <a:off x="11704320" y="173736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*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A2286D-1FD1-4B27-B5CA-37085BD79220}"/>
                </a:ext>
              </a:extLst>
            </p:cNvPr>
            <p:cNvSpPr txBox="1"/>
            <p:nvPr/>
          </p:nvSpPr>
          <p:spPr>
            <a:xfrm>
              <a:off x="9875520" y="6309360"/>
              <a:ext cx="45608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>
                  <a:latin typeface="LMHMono" panose="02000009000000000000" pitchFamily="49" charset="0"/>
                  <a:ea typeface="LMHMono" panose="02000009000000000000" pitchFamily="49" charset="0"/>
                </a:rPr>
                <a:t>(6 / 2 + 4) * (8 –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543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1ACA-EF1A-4CE8-B522-5062F864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Tính giá trị biểu thức PN và RPN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9CE66-D1B8-46AA-B89E-6AC5462AEF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Cho biểu thức số nguyên + hàm 2 biến + dấu ngoặc</a:t>
                </a:r>
              </a:p>
              <a:p>
                <a:r>
                  <a:rPr lang="en-US"/>
                  <a:t>Hàm: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dif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/>
              </a:p>
              <a:p>
                <a:r>
                  <a:rPr lang="en-US"/>
                  <a:t>Yêu cầu: Tính giá trị biểu thức</a:t>
                </a:r>
              </a:p>
              <a:p>
                <a:r>
                  <a:rPr lang="en-US"/>
                  <a:t>Ví dụ: max(gcd(sum(3,5),dif(14,2)),min(2,3)) = 4</a:t>
                </a:r>
              </a:p>
              <a:p>
                <a:r>
                  <a:rPr lang="en-US"/>
                  <a:t>Biểu thức có thể tính đúng mà không cần dấu ngoặc!, dấu ‘(’, ‘)’ và ‘,’ coi nh</a:t>
                </a:r>
                <a:r>
                  <a:rPr lang="vi-VN"/>
                  <a:t>ư</a:t>
                </a:r>
                <a:r>
                  <a:rPr lang="en-US"/>
                  <a:t> chỉ có vai trò phân tách các thành phần biểu thức (token)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E9CE66-D1B8-46AA-B89E-6AC5462AE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143A3-8296-46E1-AD98-D9D7A867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41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ACCA-0142-4EDE-BB9D-A94FACE19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EAA7380-F04D-41BD-9626-3817E8F6589A}"/>
              </a:ext>
            </a:extLst>
          </p:cNvPr>
          <p:cNvGrpSpPr/>
          <p:nvPr/>
        </p:nvGrpSpPr>
        <p:grpSpPr>
          <a:xfrm>
            <a:off x="4389120" y="1188720"/>
            <a:ext cx="9875520" cy="731520"/>
            <a:chOff x="4389120" y="1188720"/>
            <a:chExt cx="9875520" cy="7315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EE611D-DCAF-413E-BC0D-026D65FA2055}"/>
                </a:ext>
              </a:extLst>
            </p:cNvPr>
            <p:cNvSpPr/>
            <p:nvPr/>
          </p:nvSpPr>
          <p:spPr>
            <a:xfrm>
              <a:off x="4389120" y="1188720"/>
              <a:ext cx="109728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max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3866A9-8DCD-4A82-B561-5350C083DCE2}"/>
                </a:ext>
              </a:extLst>
            </p:cNvPr>
            <p:cNvSpPr/>
            <p:nvPr/>
          </p:nvSpPr>
          <p:spPr>
            <a:xfrm>
              <a:off x="5486400" y="1188720"/>
              <a:ext cx="109728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gcd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0A00CB-3D64-4F42-BDEB-4F34BD3B922E}"/>
                </a:ext>
              </a:extLst>
            </p:cNvPr>
            <p:cNvSpPr/>
            <p:nvPr/>
          </p:nvSpPr>
          <p:spPr>
            <a:xfrm>
              <a:off x="6583680" y="1188720"/>
              <a:ext cx="109728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sum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308016-4064-4199-AB73-AB621137822E}"/>
                </a:ext>
              </a:extLst>
            </p:cNvPr>
            <p:cNvSpPr/>
            <p:nvPr/>
          </p:nvSpPr>
          <p:spPr>
            <a:xfrm>
              <a:off x="768096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019609-723C-4250-8A93-FD9F503DF74E}"/>
                </a:ext>
              </a:extLst>
            </p:cNvPr>
            <p:cNvSpPr/>
            <p:nvPr/>
          </p:nvSpPr>
          <p:spPr>
            <a:xfrm>
              <a:off x="841248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C6AE18-617C-402D-8931-835BE3192F8E}"/>
                </a:ext>
              </a:extLst>
            </p:cNvPr>
            <p:cNvSpPr/>
            <p:nvPr/>
          </p:nvSpPr>
          <p:spPr>
            <a:xfrm>
              <a:off x="9144000" y="1188720"/>
              <a:ext cx="109728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dif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3F221F-D6EB-4C0C-8D56-26098C234102}"/>
                </a:ext>
              </a:extLst>
            </p:cNvPr>
            <p:cNvSpPr/>
            <p:nvPr/>
          </p:nvSpPr>
          <p:spPr>
            <a:xfrm>
              <a:off x="1024128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9F6BAB-81DF-4DB3-B9A3-D0F60DAB3501}"/>
                </a:ext>
              </a:extLst>
            </p:cNvPr>
            <p:cNvSpPr/>
            <p:nvPr/>
          </p:nvSpPr>
          <p:spPr>
            <a:xfrm>
              <a:off x="1097280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ADFB71-79E8-45FB-B142-97849493A1A5}"/>
                </a:ext>
              </a:extLst>
            </p:cNvPr>
            <p:cNvSpPr/>
            <p:nvPr/>
          </p:nvSpPr>
          <p:spPr>
            <a:xfrm>
              <a:off x="11704320" y="1188720"/>
              <a:ext cx="109728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min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8CEBCA-58AE-467A-A267-A034DF135D5D}"/>
                </a:ext>
              </a:extLst>
            </p:cNvPr>
            <p:cNvSpPr/>
            <p:nvPr/>
          </p:nvSpPr>
          <p:spPr>
            <a:xfrm>
              <a:off x="1280160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96A7FE-AB5F-4326-A3A5-84FB2C236C21}"/>
                </a:ext>
              </a:extLst>
            </p:cNvPr>
            <p:cNvSpPr/>
            <p:nvPr/>
          </p:nvSpPr>
          <p:spPr>
            <a:xfrm>
              <a:off x="13533120" y="1188720"/>
              <a:ext cx="73152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73786B2-D5F5-4626-85F9-7A2B970252E9}"/>
              </a:ext>
            </a:extLst>
          </p:cNvPr>
          <p:cNvSpPr txBox="1"/>
          <p:nvPr/>
        </p:nvSpPr>
        <p:spPr>
          <a:xfrm>
            <a:off x="4389120" y="274320"/>
            <a:ext cx="7005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max(gcd(sum(3,5),dif(14,2)),min(2,3))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32E6CBA-7B58-4299-AA88-65FA2ABC1349}"/>
              </a:ext>
            </a:extLst>
          </p:cNvPr>
          <p:cNvGrpSpPr/>
          <p:nvPr/>
        </p:nvGrpSpPr>
        <p:grpSpPr>
          <a:xfrm>
            <a:off x="731520" y="3200400"/>
            <a:ext cx="5852160" cy="4206240"/>
            <a:chOff x="8229600" y="2468880"/>
            <a:chExt cx="5852160" cy="4206240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35EB555-5F45-4B71-90DD-032699026B7A}"/>
                </a:ext>
              </a:extLst>
            </p:cNvPr>
            <p:cNvCxnSpPr/>
            <p:nvPr/>
          </p:nvCxnSpPr>
          <p:spPr>
            <a:xfrm flipH="1">
              <a:off x="10241280" y="2834640"/>
              <a:ext cx="146304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951062D-7112-4ABC-89C2-50C127F463D1}"/>
                </a:ext>
              </a:extLst>
            </p:cNvPr>
            <p:cNvCxnSpPr/>
            <p:nvPr/>
          </p:nvCxnSpPr>
          <p:spPr>
            <a:xfrm>
              <a:off x="11704320" y="2834640"/>
              <a:ext cx="1463040" cy="128016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4E149B2-303F-4490-81D2-5D42281B800C}"/>
                </a:ext>
              </a:extLst>
            </p:cNvPr>
            <p:cNvCxnSpPr/>
            <p:nvPr/>
          </p:nvCxnSpPr>
          <p:spPr>
            <a:xfrm flipH="1">
              <a:off x="9144000" y="4114800"/>
              <a:ext cx="109728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C1D9775-96CC-4FE7-9570-A0435E2B3CAF}"/>
                </a:ext>
              </a:extLst>
            </p:cNvPr>
            <p:cNvCxnSpPr/>
            <p:nvPr/>
          </p:nvCxnSpPr>
          <p:spPr>
            <a:xfrm>
              <a:off x="10241280" y="4114800"/>
              <a:ext cx="109728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2797CBE-6CE3-4FA6-A0E1-3C30B7E89D88}"/>
                </a:ext>
              </a:extLst>
            </p:cNvPr>
            <p:cNvCxnSpPr/>
            <p:nvPr/>
          </p:nvCxnSpPr>
          <p:spPr>
            <a:xfrm flipH="1">
              <a:off x="12618720" y="411480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342A003-1E4E-4DA6-AE7A-9636A3D0D1FB}"/>
                </a:ext>
              </a:extLst>
            </p:cNvPr>
            <p:cNvCxnSpPr/>
            <p:nvPr/>
          </p:nvCxnSpPr>
          <p:spPr>
            <a:xfrm>
              <a:off x="13167360" y="411480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7D563B6-2711-4095-BE66-BFE7D187E1B9}"/>
                </a:ext>
              </a:extLst>
            </p:cNvPr>
            <p:cNvCxnSpPr/>
            <p:nvPr/>
          </p:nvCxnSpPr>
          <p:spPr>
            <a:xfrm flipH="1">
              <a:off x="8595360" y="521208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A46CAAE-D6DC-4E86-97D2-69E0D24A85B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521208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64E2729-C82D-4CAF-8944-25EF2894D4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89920" y="521208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BF0C0DA-E210-4C6A-96EA-79D8FC655458}"/>
                </a:ext>
              </a:extLst>
            </p:cNvPr>
            <p:cNvCxnSpPr/>
            <p:nvPr/>
          </p:nvCxnSpPr>
          <p:spPr>
            <a:xfrm>
              <a:off x="11338560" y="5212080"/>
              <a:ext cx="548640" cy="1097280"/>
            </a:xfrm>
            <a:prstGeom prst="line">
              <a:avLst/>
            </a:prstGeom>
            <a:ln w="76200" cap="rnd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FB86B6-ED32-4552-B6BA-CF5A463A9CA2}"/>
                </a:ext>
              </a:extLst>
            </p:cNvPr>
            <p:cNvSpPr/>
            <p:nvPr/>
          </p:nvSpPr>
          <p:spPr>
            <a:xfrm>
              <a:off x="8229600" y="594360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E581E1-3035-444B-80F1-880754C2D996}"/>
                </a:ext>
              </a:extLst>
            </p:cNvPr>
            <p:cNvSpPr/>
            <p:nvPr/>
          </p:nvSpPr>
          <p:spPr>
            <a:xfrm>
              <a:off x="9326880" y="594360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2EFEFE3-A73B-46EC-ACB0-4200D1A9AC79}"/>
                </a:ext>
              </a:extLst>
            </p:cNvPr>
            <p:cNvSpPr/>
            <p:nvPr/>
          </p:nvSpPr>
          <p:spPr>
            <a:xfrm>
              <a:off x="8595360" y="4846320"/>
              <a:ext cx="109728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sum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2CC1FCA-5AB9-47CD-8003-3721D045E154}"/>
                </a:ext>
              </a:extLst>
            </p:cNvPr>
            <p:cNvSpPr/>
            <p:nvPr/>
          </p:nvSpPr>
          <p:spPr>
            <a:xfrm>
              <a:off x="10424160" y="594360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14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6ED8D81-8E4D-41DB-81A5-C73410E14BD9}"/>
                </a:ext>
              </a:extLst>
            </p:cNvPr>
            <p:cNvSpPr/>
            <p:nvPr/>
          </p:nvSpPr>
          <p:spPr>
            <a:xfrm>
              <a:off x="11521440" y="594360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2D7531-8A2A-41FF-9860-8836BB183020}"/>
                </a:ext>
              </a:extLst>
            </p:cNvPr>
            <p:cNvSpPr/>
            <p:nvPr/>
          </p:nvSpPr>
          <p:spPr>
            <a:xfrm>
              <a:off x="10789920" y="4846320"/>
              <a:ext cx="109728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dif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AF95F5B-C7C6-400E-A5D4-826E6B4F4F53}"/>
                </a:ext>
              </a:extLst>
            </p:cNvPr>
            <p:cNvSpPr/>
            <p:nvPr/>
          </p:nvSpPr>
          <p:spPr>
            <a:xfrm>
              <a:off x="9692640" y="3749040"/>
              <a:ext cx="109728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gcd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7AB0640-1007-47B5-B934-01C1ECB3CA5C}"/>
                </a:ext>
              </a:extLst>
            </p:cNvPr>
            <p:cNvSpPr/>
            <p:nvPr/>
          </p:nvSpPr>
          <p:spPr>
            <a:xfrm>
              <a:off x="12252960" y="484632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0979B02-8097-4DD6-9388-4439E30F9EAE}"/>
                </a:ext>
              </a:extLst>
            </p:cNvPr>
            <p:cNvSpPr/>
            <p:nvPr/>
          </p:nvSpPr>
          <p:spPr>
            <a:xfrm>
              <a:off x="13350240" y="4846320"/>
              <a:ext cx="731520" cy="7315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32DB36B-4BB1-4FFF-B6F3-08CC7370373F}"/>
                </a:ext>
              </a:extLst>
            </p:cNvPr>
            <p:cNvSpPr/>
            <p:nvPr/>
          </p:nvSpPr>
          <p:spPr>
            <a:xfrm>
              <a:off x="12618720" y="3749040"/>
              <a:ext cx="109728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min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E64C9DD-EC93-4A0B-8E33-10CE587CBDCE}"/>
                </a:ext>
              </a:extLst>
            </p:cNvPr>
            <p:cNvSpPr/>
            <p:nvPr/>
          </p:nvSpPr>
          <p:spPr>
            <a:xfrm>
              <a:off x="11155680" y="2468880"/>
              <a:ext cx="1097280" cy="7315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max</a:t>
              </a:r>
            </a:p>
          </p:txBody>
        </p:sp>
      </p:grp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BDE9176-CB1A-4779-9EA5-99EE855F9221}"/>
              </a:ext>
            </a:extLst>
          </p:cNvPr>
          <p:cNvSpPr/>
          <p:nvPr/>
        </p:nvSpPr>
        <p:spPr>
          <a:xfrm rot="21111856">
            <a:off x="237898" y="1068026"/>
            <a:ext cx="3536560" cy="1029031"/>
          </a:xfrm>
          <a:prstGeom prst="roundRect">
            <a:avLst/>
          </a:prstGeom>
          <a:noFill/>
          <a:ln w="152400" cmpd="dbl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600">
                <a:solidFill>
                  <a:srgbClr val="FF0000"/>
                </a:solidFill>
                <a:ea typeface="LMHMono" panose="020B0609030804020204" pitchFamily="49" charset="0"/>
                <a:cs typeface="LMHMono" panose="020B0609030804020204" pitchFamily="49" charset="0"/>
              </a:rPr>
              <a:t>Ký pháp tiền tố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C9D4D28-0080-4163-A29C-E570A681BDD4}"/>
              </a:ext>
            </a:extLst>
          </p:cNvPr>
          <p:cNvGrpSpPr/>
          <p:nvPr/>
        </p:nvGrpSpPr>
        <p:grpSpPr>
          <a:xfrm>
            <a:off x="6766560" y="2468880"/>
            <a:ext cx="7089123" cy="3657600"/>
            <a:chOff x="6766560" y="2468880"/>
            <a:chExt cx="7089123" cy="3657600"/>
          </a:xfrm>
        </p:grpSpPr>
        <p:sp>
          <p:nvSpPr>
            <p:cNvPr id="92" name="Arrow: Bent 91">
              <a:extLst>
                <a:ext uri="{FF2B5EF4-FFF2-40B4-BE49-F238E27FC236}">
                  <a16:creationId xmlns:a16="http://schemas.microsoft.com/office/drawing/2014/main" id="{BB017AA5-F2E0-4A05-829A-D7475564CAA6}"/>
                </a:ext>
              </a:extLst>
            </p:cNvPr>
            <p:cNvSpPr/>
            <p:nvPr/>
          </p:nvSpPr>
          <p:spPr>
            <a:xfrm rot="5400000" flipH="1">
              <a:off x="6949440" y="2286000"/>
              <a:ext cx="3657600" cy="4023360"/>
            </a:xfrm>
            <a:prstGeom prst="bentArrow">
              <a:avLst/>
            </a:prstGeom>
            <a:solidFill>
              <a:schemeClr val="tx2">
                <a:alpha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E667411-C174-495D-98EC-7C42F5425333}"/>
                </a:ext>
              </a:extLst>
            </p:cNvPr>
            <p:cNvSpPr txBox="1"/>
            <p:nvPr/>
          </p:nvSpPr>
          <p:spPr>
            <a:xfrm rot="19488227">
              <a:off x="7248518" y="4260588"/>
              <a:ext cx="6607165" cy="1229707"/>
            </a:xfrm>
            <a:prstGeom prst="rect">
              <a:avLst/>
            </a:prstGeom>
            <a:noFill/>
          </p:spPr>
          <p:txBody>
            <a:bodyPr wrap="none" rtlCol="0">
              <a:prstTxWarp prst="textChevronInverted">
                <a:avLst/>
              </a:prstTxWarp>
              <a:spAutoFit/>
            </a:bodyPr>
            <a:lstStyle/>
            <a:p>
              <a:r>
                <a:rPr lang="en-US"/>
                <a:t>Duyệt cây theo thứ tự tr</a:t>
              </a:r>
              <a:r>
                <a:rPr lang="vi-VN"/>
                <a:t>ư</a:t>
              </a:r>
              <a:r>
                <a:rPr lang="en-US"/>
                <a:t>ớc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876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8CAE51-7F8E-4165-85BC-314F080C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Tính biểu thức tiền tố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8C062B-14F8-4E6B-BDF8-9057C5FD0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/>
                  <a:t>Đọc biểu thức từ phải qua trái (cuối lên đầu)</a:t>
                </a:r>
              </a:p>
              <a:p>
                <a:r>
                  <a:rPr lang="en-US"/>
                  <a:t>Dùng một stack chứa kết quả trung gian</a:t>
                </a:r>
              </a:p>
              <a:p>
                <a:pPr lvl="1"/>
                <a:r>
                  <a:rPr lang="en-US"/>
                  <a:t>Gặp toán hạng: Đẩy vào stack</a:t>
                </a:r>
              </a:p>
              <a:p>
                <a:pPr lvl="1"/>
                <a:r>
                  <a:rPr lang="en-US"/>
                  <a:t>Gặp toán tử/hàm: Lấy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 khỏi stack, thực hiện toán tử trên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/>
                  <a:t>, đẩy kết quả tính được vào stack (ra 2 vào 1)</a:t>
                </a:r>
              </a:p>
              <a:p>
                <a:r>
                  <a:rPr lang="en-US"/>
                  <a:t>Sau khi duyệt hết biểu thức, stack chứa một phần tử duy nhất là kết quả biểu thức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38C062B-14F8-4E6B-BDF8-9057C5FD0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47" b="-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D3B65-D84F-4350-803B-5EBB9332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66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D3B65-D84F-4350-803B-5EBB93324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8CAE51-7F8E-4165-85BC-314F080C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Tính biểu thức tiền tố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C062B-14F8-4E6B-BDF8-9057C5FD00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stack = ∅;</a:t>
            </a:r>
          </a:p>
          <a:p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(∀token đọc từ phải qua trái)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(token là toán hạng) stack.push(token);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else</a:t>
            </a:r>
            <a:r>
              <a:rPr lang="en-US"/>
              <a:t> </a:t>
            </a:r>
            <a:r>
              <a:rPr lang="en-US">
                <a:solidFill>
                  <a:schemeClr val="accent5"/>
                </a:solidFill>
              </a:rPr>
              <a:t>//token là hàm f</a:t>
            </a:r>
          </a:p>
          <a:p>
            <a:r>
              <a:rPr lang="en-US"/>
              <a:t>    {</a:t>
            </a:r>
          </a:p>
          <a:p>
            <a:r>
              <a:rPr lang="en-US"/>
              <a:t>        x = stack.top(); stack.pop();</a:t>
            </a:r>
          </a:p>
          <a:p>
            <a:r>
              <a:rPr lang="en-US"/>
              <a:t>        y = stack.top(); stack.pop();</a:t>
            </a:r>
          </a:p>
          <a:p>
            <a:r>
              <a:rPr lang="en-US"/>
              <a:t>        stack.push(f(x, y));</a:t>
            </a:r>
          </a:p>
          <a:p>
            <a:r>
              <a:rPr lang="en-US"/>
              <a:t>    }</a:t>
            </a:r>
          </a:p>
          <a:p>
            <a:r>
              <a:rPr lang="en-US"/>
              <a:t>Output </a:t>
            </a:r>
            <a:r>
              <a:rPr lang="en-US">
                <a:sym typeface="Symbol" panose="05050102010706020507" pitchFamily="18" charset="2"/>
              </a:rPr>
              <a:t> stack.top();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25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1C3A87DF-06BE-4B83-A4FD-4A843AC986B1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5DFFD2-28F4-4C98-A1C1-048AB30EEF6C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9D6FED-C6F7-4D6A-9DAC-9EC29F5C6BCD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D7760-C700-49D7-BB5A-E1953C9FD579}"/>
              </a:ext>
            </a:extLst>
          </p:cNvPr>
          <p:cNvSpPr/>
          <p:nvPr/>
        </p:nvSpPr>
        <p:spPr>
          <a:xfrm>
            <a:off x="27432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E6F67-5C75-4B2F-B7E5-0B643520196F}"/>
              </a:ext>
            </a:extLst>
          </p:cNvPr>
          <p:cNvSpPr/>
          <p:nvPr/>
        </p:nvSpPr>
        <p:spPr>
          <a:xfrm>
            <a:off x="36576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D7725-D5CD-473F-9FB3-9B36D1C6B83E}"/>
              </a:ext>
            </a:extLst>
          </p:cNvPr>
          <p:cNvSpPr/>
          <p:nvPr/>
        </p:nvSpPr>
        <p:spPr>
          <a:xfrm>
            <a:off x="4267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B1989-E7AE-4516-8D20-9439CEFBB445}"/>
              </a:ext>
            </a:extLst>
          </p:cNvPr>
          <p:cNvSpPr/>
          <p:nvPr/>
        </p:nvSpPr>
        <p:spPr>
          <a:xfrm>
            <a:off x="4876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25EE0A-0993-4A01-90D9-9F3D71E79B6C}"/>
              </a:ext>
            </a:extLst>
          </p:cNvPr>
          <p:cNvSpPr/>
          <p:nvPr/>
        </p:nvSpPr>
        <p:spPr>
          <a:xfrm>
            <a:off x="5791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D9E56C-5FBB-4F05-B5FF-65D68A799B89}"/>
              </a:ext>
            </a:extLst>
          </p:cNvPr>
          <p:cNvSpPr/>
          <p:nvPr/>
        </p:nvSpPr>
        <p:spPr>
          <a:xfrm>
            <a:off x="6400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2E61C0-CED9-4F34-B187-81FDB301BDE1}"/>
              </a:ext>
            </a:extLst>
          </p:cNvPr>
          <p:cNvSpPr/>
          <p:nvPr/>
        </p:nvSpPr>
        <p:spPr>
          <a:xfrm>
            <a:off x="7010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92B509-F1F9-4F01-BC7D-759903BA874C}"/>
              </a:ext>
            </a:extLst>
          </p:cNvPr>
          <p:cNvSpPr/>
          <p:nvPr/>
        </p:nvSpPr>
        <p:spPr>
          <a:xfrm>
            <a:off x="7924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4F2EEC-E6F7-4889-A9C9-01970F193B99}"/>
              </a:ext>
            </a:extLst>
          </p:cNvPr>
          <p:cNvSpPr/>
          <p:nvPr/>
        </p:nvSpPr>
        <p:spPr>
          <a:xfrm>
            <a:off x="85344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A38FE-0717-4678-AFCF-FFA925D3D930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581F4B-F5EB-4CA0-B4A6-649F05E44AA4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B67DD5-34C7-4562-85B1-55A70A17C139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CE3480-CEC1-4C3F-BCD2-7D1181FB59E8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F75273-B920-440B-9CF8-D30562F8CA02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6C9CD2-807C-4D70-9BEF-8EBA67BE9353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34ADA8-3357-4FA0-8C58-1B04B8570BD8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C4AC04-A7ED-4258-B8C8-3CD86DABE800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D8C762-02B7-4CF8-832F-C000BE68E5B2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F2C054-D618-499A-A603-A7C7C25B2088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1C2A9F5-ABA1-486C-AC58-8662B65308B5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6F7B934-E38B-4EA8-B429-1E201266C79F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C79FA2-A735-4797-A5B1-97F3FD290131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2A118F-95E0-414A-893C-F738B382D4DD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AB1EF8-863E-4E23-867C-7D09D2AF0566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1D968C-D59F-480D-AE70-6A843742C04E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FA73415-2A0B-408B-97A3-1E078E1F6737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9AF59A-117B-4574-88E9-B697AAAADDFC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7DCDEB-06DA-427E-A8B6-7829A9FA1FAC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8B04CA-43B9-4A8F-8585-0113F20915F9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626410-E265-46C8-81A4-F61DF7602EC4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940B86-361E-41E0-B506-29BDC3BC3BEB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3D0982-BB08-48C0-A90D-0C2FD56037A2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</p:spTree>
    <p:extLst>
      <p:ext uri="{BB962C8B-B14F-4D97-AF65-F5344CB8AC3E}">
        <p14:creationId xmlns:p14="http://schemas.microsoft.com/office/powerpoint/2010/main" val="41087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0.27083 -3.703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083 -3.7037E-6 L 0.27083 0.5555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.3125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25 -3.7037E-6 L 0.3125 0.4629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30F1-C6F2-0BA1-529D-A7D59DF1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231EE042-9177-E10A-76EC-98E974DC85FF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EC55B-F549-5EFD-8285-8E9D987C0642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D043DA-43AD-AA85-4DF0-16232C588D8D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008F9-28E9-423C-B7B0-35403269513F}"/>
              </a:ext>
            </a:extLst>
          </p:cNvPr>
          <p:cNvSpPr/>
          <p:nvPr/>
        </p:nvSpPr>
        <p:spPr>
          <a:xfrm>
            <a:off x="27432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FE3CDE-E62F-C17F-3D1D-708BA8819685}"/>
              </a:ext>
            </a:extLst>
          </p:cNvPr>
          <p:cNvSpPr/>
          <p:nvPr/>
        </p:nvSpPr>
        <p:spPr>
          <a:xfrm>
            <a:off x="36576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63BF2E-DD05-96D4-688F-A1B9409F0EE3}"/>
              </a:ext>
            </a:extLst>
          </p:cNvPr>
          <p:cNvSpPr/>
          <p:nvPr/>
        </p:nvSpPr>
        <p:spPr>
          <a:xfrm>
            <a:off x="4267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6620C0-CC51-F2C7-8BB1-D854D9C2DFB1}"/>
              </a:ext>
            </a:extLst>
          </p:cNvPr>
          <p:cNvSpPr/>
          <p:nvPr/>
        </p:nvSpPr>
        <p:spPr>
          <a:xfrm>
            <a:off x="4876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FBF5B4-4986-67D0-59DF-EB522D2678E7}"/>
              </a:ext>
            </a:extLst>
          </p:cNvPr>
          <p:cNvSpPr/>
          <p:nvPr/>
        </p:nvSpPr>
        <p:spPr>
          <a:xfrm>
            <a:off x="5791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64D4D1-9304-0870-D8C4-D8C7CC1907E6}"/>
              </a:ext>
            </a:extLst>
          </p:cNvPr>
          <p:cNvSpPr/>
          <p:nvPr/>
        </p:nvSpPr>
        <p:spPr>
          <a:xfrm>
            <a:off x="6400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F46E4-42DE-1038-73B0-6B943590F662}"/>
              </a:ext>
            </a:extLst>
          </p:cNvPr>
          <p:cNvSpPr/>
          <p:nvPr/>
        </p:nvSpPr>
        <p:spPr>
          <a:xfrm>
            <a:off x="944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A9A60C-ACBB-7401-AD80-004C5A701285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7D53DA-725D-2CCB-151F-8A17ED226BFC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6BC6D8-7AA6-D5BF-F5E4-EF402E7A1412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3CC4B9-EA62-7133-AFD0-364C8D6A546F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B10CCA-DED5-C16C-1018-AB31CF154558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16B6857-BBEC-CA84-4057-48CB57015B79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7563E8-257F-479E-53FE-60EA8DEA486F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3B4956-38B1-8EB5-38BA-FF1D88563675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449F15-5213-B491-8578-B36CC34783BF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A6C634-B7B7-5F5E-5D95-5F19131C9FB0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CB111C-4EDF-5DD5-571A-66ACCBA4C375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539151-30BB-F26E-68B4-74B7C45C6069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714113-8439-4808-3E67-F2CBA652B9DE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8F9EEAB-A282-E140-1149-E10293A08DBB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3876AF-8736-29D2-AA60-5E5AFEBD80C4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D79422-8DAB-32F7-F3B4-BC5E20234032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7E0CF6-C028-55FA-5120-89D8B8100D14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166457-7F5A-2D77-9891-B829FF8673B0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65130D-35FC-4A9F-CFE5-32520E5E0C1A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E4F8FB-0E44-1563-190E-E7CE88ADEA9E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210E28B-A3B6-9F18-586C-9A8661904B41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844EA-C8FA-A8EE-98BE-874640DD1365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F16AA0-0856-9B81-8A48-F56E549EEEFD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DF4C35-D88A-54CF-EC3B-F24F5E861528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15C605-628B-2078-D528-322E8D4DD85C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CD63DA-3734-B3B1-7AD1-D56B5275B0F9}"/>
              </a:ext>
            </a:extLst>
          </p:cNvPr>
          <p:cNvSpPr/>
          <p:nvPr/>
        </p:nvSpPr>
        <p:spPr>
          <a:xfrm>
            <a:off x="11734800" y="1371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=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D3B83B-FBC2-9B02-0BCB-1C0F485853E7}"/>
              </a:ext>
            </a:extLst>
          </p:cNvPr>
          <p:cNvSpPr/>
          <p:nvPr/>
        </p:nvSpPr>
        <p:spPr>
          <a:xfrm>
            <a:off x="12496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4854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33333E-6 L 1.11022E-16 -0.23148 C 1.11022E-16 -0.33527 -0.04026 -0.46297 -0.07292 -0.46297 L -0.14583 -0.46297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-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40741E-7 L 1.11022E-16 -0.27778 C 1.11022E-16 -0.4022 -0.02886 -0.55556 -0.05208 -0.55556 L -0.10417 -0.55556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1.11022E-16 0.5555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7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5" grpId="1" animBg="1"/>
      <p:bldP spid="16" grpId="0" animBg="1"/>
      <p:bldP spid="16" grpId="1" animBg="1"/>
      <p:bldP spid="2" grpId="0"/>
      <p:bldP spid="2" grpId="1"/>
      <p:bldP spid="3" grpId="0" animBg="1"/>
      <p:bldP spid="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8156-6864-8B84-8B42-6A1F46D8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BFCEB509-46CC-BEF9-5632-44745FF49E3B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2DF29-919C-0F82-CEE9-5EC00D30B8E7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50E95B-9A64-B0C7-7086-4C0F709E3665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D2B8E-AE16-D799-365F-BF7FD275DCEF}"/>
              </a:ext>
            </a:extLst>
          </p:cNvPr>
          <p:cNvSpPr/>
          <p:nvPr/>
        </p:nvSpPr>
        <p:spPr>
          <a:xfrm>
            <a:off x="27432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B2BC95-6852-DAF2-5753-96362275F35C}"/>
              </a:ext>
            </a:extLst>
          </p:cNvPr>
          <p:cNvSpPr/>
          <p:nvPr/>
        </p:nvSpPr>
        <p:spPr>
          <a:xfrm>
            <a:off x="36576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6DA70-F53F-2BF4-AE07-430D68CFF0A8}"/>
              </a:ext>
            </a:extLst>
          </p:cNvPr>
          <p:cNvSpPr/>
          <p:nvPr/>
        </p:nvSpPr>
        <p:spPr>
          <a:xfrm>
            <a:off x="4267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FDE382-A146-34FA-1374-5F82BC190E5B}"/>
              </a:ext>
            </a:extLst>
          </p:cNvPr>
          <p:cNvSpPr/>
          <p:nvPr/>
        </p:nvSpPr>
        <p:spPr>
          <a:xfrm>
            <a:off x="4876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404121-1B22-AA31-8062-7310146ED16A}"/>
              </a:ext>
            </a:extLst>
          </p:cNvPr>
          <p:cNvSpPr/>
          <p:nvPr/>
        </p:nvSpPr>
        <p:spPr>
          <a:xfrm>
            <a:off x="5791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DCF50-66DC-EC8C-9B1E-F7E5811D91B7}"/>
              </a:ext>
            </a:extLst>
          </p:cNvPr>
          <p:cNvSpPr/>
          <p:nvPr/>
        </p:nvSpPr>
        <p:spPr>
          <a:xfrm>
            <a:off x="6400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3A0F9E-ACD0-8E7F-3C5A-69841FF193CA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9C75BC-FFFD-5190-3D3C-AB9C765942C3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8B77A8-23AC-94F1-A5B1-65D8EDA8AB29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80BFE4-624C-D777-4367-6F3811404D43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0300E4-A3D7-B68D-AA90-AEE0BC58535B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0E72EA-1638-F5FD-9B4C-9DAFF29C1F88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A1DAB4-4602-F6FC-8703-F8F0E9FF439A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0A0D02-A7CB-DB59-5B1F-2CB6AAD281E4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F9ED4D-6046-1F01-7672-E3FE1C6CF3E6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39DA2E-900E-83B0-3FF3-1D94CFDCB597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8EC3AD-6D6A-B53E-E227-A205A8FDF08E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69FFB1D-DDB3-ECCF-BD85-80995AE40D86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F9EEFE-9394-252E-1BD7-C9E63D68BC26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158B70-932D-89ED-0678-57EF5DEC94A4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9ECD21-C658-D2C5-5E7B-45B86326012A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9E07FB-90ED-3520-7C7C-3F4480CD88DF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6F0116-B531-7E3A-5126-B1E23BA81A90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28D0E7-E428-2BC7-4937-8B09B6100DCB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DAD7DB-2B03-0941-5615-5249AF98E1B5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77CA86-03D4-3FCB-B400-2A8791AD5BF1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0EC537-94AC-EBEC-2457-AF819E5C21D9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3CD3EF-90F4-C5B7-ADF3-2326235993BE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99AB2B-3EBE-51E8-2FFA-C058C9322424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62AC3B-7B8A-BCF9-9D81-AA2E100C8C43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8272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0.41667 -3.703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3.7037E-6 L 0.41667 0.4629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0.45833 -3.7037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833 -3.7037E-6 L 0.45833 0.37037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BC5A-A667-0908-D817-14E17D6D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5108DC3D-0122-7651-10D9-7156F080D0B0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F96FE-7B00-D8AA-5432-DDCC8A76F58A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197909-E558-212E-E1D6-E2EDFC72551A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E446C6-9114-B11E-DD32-3BA7C5C6F60D}"/>
              </a:ext>
            </a:extLst>
          </p:cNvPr>
          <p:cNvSpPr/>
          <p:nvPr/>
        </p:nvSpPr>
        <p:spPr>
          <a:xfrm>
            <a:off x="27432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E4D21E-2570-3FB0-6BBC-4EAEC76E8B77}"/>
              </a:ext>
            </a:extLst>
          </p:cNvPr>
          <p:cNvSpPr/>
          <p:nvPr/>
        </p:nvSpPr>
        <p:spPr>
          <a:xfrm>
            <a:off x="36576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949F6-A6F5-8C58-B85E-0F39A7126A87}"/>
              </a:ext>
            </a:extLst>
          </p:cNvPr>
          <p:cNvSpPr/>
          <p:nvPr/>
        </p:nvSpPr>
        <p:spPr>
          <a:xfrm>
            <a:off x="4267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7D82D3-372C-5F81-CAED-C10F5A07C744}"/>
              </a:ext>
            </a:extLst>
          </p:cNvPr>
          <p:cNvSpPr/>
          <p:nvPr/>
        </p:nvSpPr>
        <p:spPr>
          <a:xfrm>
            <a:off x="944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DD2521-FC3A-0E65-E00A-406157D6C09E}"/>
              </a:ext>
            </a:extLst>
          </p:cNvPr>
          <p:cNvSpPr/>
          <p:nvPr/>
        </p:nvSpPr>
        <p:spPr>
          <a:xfrm>
            <a:off x="12496800" y="4419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FE876-E4B2-8001-1C3A-66878CC434D6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E7322C-3DAE-7B77-04EC-40D4CCCC3A42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7038FB-6413-1A15-37D0-AE6720B98AB0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39CB8C-2B9B-3CEF-3D2B-17DA52B55118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3137CB-F716-DA1D-3235-D22E4BCDFB1D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6B226E-527F-E751-E133-731C0FC1E420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550F15-CFE9-40AF-166F-44FBF0F40539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91C672-7B17-8F63-03B5-1017E8526F35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2333CB-94CF-E990-761E-D2E722006059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E46883-C068-F2C4-75D8-3C4AB5EAC719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303EF5-D16D-0E35-AB3C-DF378660467D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F237442-7323-3C9F-5F98-B7376D7B4780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A9C0CF-599D-FF68-38A7-F11D721B2175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36CE55-31F0-3407-CF16-DEA9ACC842E4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487A30-1237-407B-B847-C24E5594679F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B80B09-FFD4-0D29-1FBF-8611B72E08BB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90BC2F-536A-5F2F-34AF-3252B2BA35A8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45621A-741B-63CD-807B-6F5303C08B00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807DA8-BD9D-30BF-817A-0070D9FB678A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5960D6-DF8B-9574-2284-F0BAB664BAFB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E3201D-1E41-E90D-E11A-5EEF26CC04AE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4B14E24-F803-DA14-3698-7E087E0883B3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9EF03F-3C15-89B8-6418-1E778B5F2D01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DE8D97-0C36-5B0C-4E83-3EFA71022C3D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ED41F3-9769-5B99-4A50-9F07289040DA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9A0F2-4D02-F8B1-E781-7161A46BE916}"/>
              </a:ext>
            </a:extLst>
          </p:cNvPr>
          <p:cNvSpPr/>
          <p:nvPr/>
        </p:nvSpPr>
        <p:spPr>
          <a:xfrm>
            <a:off x="11734800" y="1371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=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C9372-C064-2F6B-4D7F-D650405B86E8}"/>
              </a:ext>
            </a:extLst>
          </p:cNvPr>
          <p:cNvSpPr/>
          <p:nvPr/>
        </p:nvSpPr>
        <p:spPr>
          <a:xfrm>
            <a:off x="12496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27004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1.11022E-16 -0.18518 C 1.11022E-16 -0.26813 -0.04026 -0.37037 -0.07292 -0.37037 L -0.14583 -0.37037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-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33333E-6 L 1.11022E-16 -0.23148 C 1.11022E-16 -0.33527 -0.02886 -0.46297 -0.05208 -0.46297 L -0.10417 -0.4629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1.11022E-16 0.46297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14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  <p:bldP spid="13" grpId="0" animBg="1"/>
      <p:bldP spid="13" grpId="1" animBg="1"/>
      <p:bldP spid="2" grpId="0"/>
      <p:bldP spid="2" grpId="2"/>
      <p:bldP spid="4" grpId="0" animBg="1"/>
      <p:bldP spid="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4FB6A-3A50-BD3D-6A46-42AFD9DA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1E0F2033-8442-5CA6-89D0-4ED4E07FB4B4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ACB47-5AB8-40F6-3283-9B91F35A33C2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81607-C2F0-FC67-7925-F2A1A41544C5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53556-F21D-F467-0931-F664A7BDBFAC}"/>
              </a:ext>
            </a:extLst>
          </p:cNvPr>
          <p:cNvSpPr/>
          <p:nvPr/>
        </p:nvSpPr>
        <p:spPr>
          <a:xfrm>
            <a:off x="27432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91F4A-0893-2961-4063-1A0588A65971}"/>
              </a:ext>
            </a:extLst>
          </p:cNvPr>
          <p:cNvSpPr/>
          <p:nvPr/>
        </p:nvSpPr>
        <p:spPr>
          <a:xfrm>
            <a:off x="36576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9A0D1-04F5-63DD-E82F-EEF3401B08E5}"/>
              </a:ext>
            </a:extLst>
          </p:cNvPr>
          <p:cNvSpPr/>
          <p:nvPr/>
        </p:nvSpPr>
        <p:spPr>
          <a:xfrm>
            <a:off x="42672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41FE00-06E2-BC47-BF64-3686DF4CF253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BCE393-6DFF-D1DD-8C40-C466C0213866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9309C8-F205-75B4-57D6-FFD2DA2EBA7B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AD3CAC-220E-51F6-FBDB-A4F80F66C5F9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E254C-DFF5-5077-1F51-9DB8EA62A5E1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FA3F41D-EF38-5729-4769-70344E0F9537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5647078-B331-CEEE-9237-4E314A233AF8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73808C-249A-9141-0ED8-C3FE65A93DD1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F7D34AD-9AE7-9166-1C5E-5CC9B8805044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C8E6F5-2C78-6CC2-4FBE-5682A58856A7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F5745E-DEEE-9D63-EE38-01E758C364D6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8584D7D-1029-97E5-7849-721B4ACAF9A3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D942F9-2E3B-3951-DC56-44BBE66CC033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6F8AE9-FDCB-0ABE-9888-A9F21C4B213E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49BE75-EC91-DF3D-369E-E5066993DE46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C4E253-C1AE-5F02-9F81-3A8491954EBC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FBE9D9-7463-920C-0106-CB3B6FF641A5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075C06-B790-74BC-8A51-2E2B4EBB11B2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9AB8AC-D8A5-E66C-1C3A-53F1F4E24340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452BAC-A72A-4B92-A36E-EF7286DA9E78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A1889B-0AE9-3C27-395B-D44CD6A737AD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B098EF-6775-1F2F-9436-A6E6978A11DE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819820-4D30-FBA9-F164-592D2A073FB5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DBE92-241D-11B3-C19C-A10EBEB395BB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D7B1A-3FD2-7786-770D-F3AF92C3A52D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845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3.7037E-6 L 0.5625 -3.703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625 -3.7037E-6 L 0.5625 0.3703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0.60417 -3.7037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2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417 -3.7037E-6 L 0.60417 0.27778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70CD2-4F96-8E1E-644F-562AC481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28C243C6-0E57-6FCC-460F-989321DE458C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8C3991-E297-9551-7BD7-1F4BABE9F0FC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93C45-4F87-C360-9440-E6A5E0DA5C7D}"/>
              </a:ext>
            </a:extLst>
          </p:cNvPr>
          <p:cNvSpPr/>
          <p:nvPr/>
        </p:nvSpPr>
        <p:spPr>
          <a:xfrm>
            <a:off x="182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362A7-43D6-FF14-FA49-C6FA208F55A2}"/>
              </a:ext>
            </a:extLst>
          </p:cNvPr>
          <p:cNvSpPr/>
          <p:nvPr/>
        </p:nvSpPr>
        <p:spPr>
          <a:xfrm>
            <a:off x="944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041C27-3BD6-34E0-9423-A93C2D4275D9}"/>
              </a:ext>
            </a:extLst>
          </p:cNvPr>
          <p:cNvSpPr/>
          <p:nvPr/>
        </p:nvSpPr>
        <p:spPr>
          <a:xfrm>
            <a:off x="12496800" y="3657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B20399-0E6D-FDC0-BB7B-3EB629F71B83}"/>
              </a:ext>
            </a:extLst>
          </p:cNvPr>
          <p:cNvSpPr/>
          <p:nvPr/>
        </p:nvSpPr>
        <p:spPr>
          <a:xfrm>
            <a:off x="12496800" y="4419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7CD17-A442-426A-0EC2-ED027E101841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FE598A-F5AB-F6F9-0394-D5A0D8E1E6EF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F1FBA3-5B3C-2644-A182-7A32E33154BB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E148CA-6DF4-2426-F656-6E7E174D6808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58D545-5199-176D-49B8-E5052DC34067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E78499-362E-8C2D-B01A-32BAFCD344C2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9148AE-E265-AF33-C28D-D5DC44660117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D7020B8-26AF-8F79-90CC-292C8C77434D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634372-8EE1-7289-AD65-83B8DAD97D16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06AEE9-972F-D047-4C1E-E6D3E19F9710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A96F53-2D96-8D7E-5FCA-763D19DC551A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1E999C1-21E5-3CA2-A62A-1A2DF1F88B9F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3FE9A6-8BD8-EFA2-49A2-D9F56399F636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A25A22-6332-78B2-DBF3-DF257C69B7E8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7B6622-83CD-FA6F-C33F-ABD3ED64D1A2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E2AB8B-D0B7-746D-F8DE-C61B1C4F5538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6B7C49-6DBC-7B8F-FCF6-CA1ABADDF9BB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13E891-DD53-2385-1906-18FC4E686764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05861D-DD79-1902-EC6F-356953F6EDEB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038DEE-1897-DCDB-2C32-A245383559D8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9B0E82-952A-6A91-C8C9-466FF3899978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B97214-5762-684B-B6A9-CA290FAE9612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3CA42-E21C-4DA9-D9D3-0631C1FCE392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1D1082-729C-CC9E-BFEF-2E2E04CDEBC5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461D2-6F31-D549-1BED-2F714B1CF50E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D6E738-093E-BB6F-4A46-E03F7619768E}"/>
              </a:ext>
            </a:extLst>
          </p:cNvPr>
          <p:cNvSpPr/>
          <p:nvPr/>
        </p:nvSpPr>
        <p:spPr>
          <a:xfrm>
            <a:off x="11734800" y="1371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=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1B153-6CA1-A7F1-BF58-128C202602AE}"/>
              </a:ext>
            </a:extLst>
          </p:cNvPr>
          <p:cNvSpPr/>
          <p:nvPr/>
        </p:nvSpPr>
        <p:spPr>
          <a:xfrm>
            <a:off x="12496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9309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48148E-6 L 1.11022E-16 -0.13889 C 1.11022E-16 -0.20119 -0.04026 -0.27778 -0.07292 -0.27778 L -0.14583 -0.27778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-1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1.11022E-16 -0.18518 C 1.11022E-16 -0.26813 -0.02875 -0.37037 -0.05208 -0.37037 L -0.10417 -0.3703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1.11022E-16 0.37037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51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  <p:bldP spid="10" grpId="0" animBg="1"/>
      <p:bldP spid="10" grpId="1" animBg="1"/>
      <p:bldP spid="2" grpId="0"/>
      <p:bldP spid="2" grpId="1"/>
      <p:bldP spid="5" grpId="0" animBg="1"/>
      <p:bldP spid="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F628-8D21-55BC-67AA-D4790C81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C2D1A805-422A-6A9F-0468-39D0C49B6797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2E5EDF-5FB9-8C53-9E1C-F439301C9A99}"/>
              </a:ext>
            </a:extLst>
          </p:cNvPr>
          <p:cNvSpPr/>
          <p:nvPr/>
        </p:nvSpPr>
        <p:spPr>
          <a:xfrm>
            <a:off x="9144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476E1-C71F-B079-53A4-2583815B4FF2}"/>
              </a:ext>
            </a:extLst>
          </p:cNvPr>
          <p:cNvSpPr/>
          <p:nvPr/>
        </p:nvSpPr>
        <p:spPr>
          <a:xfrm>
            <a:off x="944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F1C429-F616-671A-D5DD-BE708B07559A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D655D-8FA1-94CB-C3EF-2011474C14D5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4098C4C-1517-42E2-59ED-1D6E2B2DAD9D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378BD4-47CD-BBC9-1000-B6138018A586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1309F4-33C9-4218-560E-FF3C43C6EAFB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287D18-0001-B3AF-7273-EEE8C55119EC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E8F72B-D669-3701-6346-90F0F6B70677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6EE7E0-C576-8229-00D7-33AB51AE4514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7A941BC-4703-681A-A62F-3AC0F79FE4F5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DB29AE-6F5D-51AB-5ABA-4020E6C5B976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8FA211-D018-BDCF-D74F-AF8D17B5A4A3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9137311-3249-4C59-9827-BE0263539898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91D8C9-7AC2-6D96-D4A6-F885E4531C0E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533574-312C-6097-CDA0-CE681ED1B69A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612816-F44B-9D84-E2E2-61C8D5C6C1A9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DFF792-57BA-4B7D-B812-C7B4ACDDDB8D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5E6F7E-0BCD-04C6-AF36-4058A000DA6F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CF39AA-8C75-F663-A879-FCFDCB2E21DD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7B7F47-F77A-4AFC-34C1-258E87BF32B3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8AE783-E39B-10BD-1D12-EF89911C4586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396745-35BE-785F-3ED9-36B24918A0A3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6CE059-D4ED-6BCD-E235-D98798942101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95CBE8-AFCA-D643-22C2-C0FBF76B9C6E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9DDA51-B3EE-05D6-115A-1190493A957B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3D74C-2F54-C185-898D-E4332C59421F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1481B5-4FC5-0DE6-F9F9-87E4350C79F8}"/>
              </a:ext>
            </a:extLst>
          </p:cNvPr>
          <p:cNvSpPr/>
          <p:nvPr/>
        </p:nvSpPr>
        <p:spPr>
          <a:xfrm>
            <a:off x="11734800" y="1371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=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A90FA-E43D-159E-A754-026637373988}"/>
              </a:ext>
            </a:extLst>
          </p:cNvPr>
          <p:cNvSpPr/>
          <p:nvPr/>
        </p:nvSpPr>
        <p:spPr>
          <a:xfrm>
            <a:off x="12496800" y="4419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6FAE1-5DD7-9740-F94E-99D6CFFEBEC2}"/>
              </a:ext>
            </a:extLst>
          </p:cNvPr>
          <p:cNvSpPr/>
          <p:nvPr/>
        </p:nvSpPr>
        <p:spPr>
          <a:xfrm>
            <a:off x="12496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965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1.11022E-16 -0.18518 C 1.11022E-16 -0.26813 -0.04026 -0.37037 -0.07292 -0.37037 L -0.14583 -0.37037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-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33333E-6 L 1.11022E-16 -0.23148 C 1.11022E-16 -0.33527 -0.02875 -0.46297 -0.05208 -0.46297 L -0.10417 -0.46297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3.33333E-6 0.46297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2314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4" grpId="1" animBg="1"/>
      <p:bldP spid="2" grpId="0"/>
      <p:bldP spid="2" grpId="1"/>
      <p:bldP spid="5" grpId="0" animBg="1"/>
      <p:bldP spid="5" grpId="1" animBg="1"/>
      <p:bldP spid="11" grpId="0" animBg="1"/>
      <p:bldP spid="11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0EEA-9695-D54F-CAF6-809BD53C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9F4DB055-E3BE-8AB3-D344-7DB2F311698B}"/>
              </a:ext>
            </a:extLst>
          </p:cNvPr>
          <p:cNvSpPr/>
          <p:nvPr/>
        </p:nvSpPr>
        <p:spPr>
          <a:xfrm rot="5400000">
            <a:off x="10363200" y="3810000"/>
            <a:ext cx="4876800" cy="1219200"/>
          </a:xfrm>
          <a:prstGeom prst="homePlate">
            <a:avLst>
              <a:gd name="adj" fmla="val 22222"/>
            </a:avLst>
          </a:prstGeom>
          <a:solidFill>
            <a:schemeClr val="tx2">
              <a:alpha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935DE-87C3-794D-05C8-B9FFCF6DFF27}"/>
              </a:ext>
            </a:extLst>
          </p:cNvPr>
          <p:cNvSpPr/>
          <p:nvPr/>
        </p:nvSpPr>
        <p:spPr>
          <a:xfrm>
            <a:off x="9448800" y="13716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5DEDF-2C37-BC77-1678-620A87C194F4}"/>
              </a:ext>
            </a:extLst>
          </p:cNvPr>
          <p:cNvSpPr txBox="1"/>
          <p:nvPr/>
        </p:nvSpPr>
        <p:spPr>
          <a:xfrm>
            <a:off x="914400" y="457200"/>
            <a:ext cx="7927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max(gcd(sum(3, 5), dif(14, 2)), min(2, 3))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2546CA-5BAA-C10F-FA76-B1050FB53EA7}"/>
              </a:ext>
            </a:extLst>
          </p:cNvPr>
          <p:cNvCxnSpPr/>
          <p:nvPr/>
        </p:nvCxnSpPr>
        <p:spPr>
          <a:xfrm flipH="1">
            <a:off x="25908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05D9E0-CBBD-8BAF-121F-C24B2AFC233F}"/>
              </a:ext>
            </a:extLst>
          </p:cNvPr>
          <p:cNvCxnSpPr/>
          <p:nvPr/>
        </p:nvCxnSpPr>
        <p:spPr>
          <a:xfrm>
            <a:off x="3810000" y="3352800"/>
            <a:ext cx="12192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2F8DD9-A470-9CDE-415E-230F7D65A4C3}"/>
              </a:ext>
            </a:extLst>
          </p:cNvPr>
          <p:cNvCxnSpPr/>
          <p:nvPr/>
        </p:nvCxnSpPr>
        <p:spPr>
          <a:xfrm flipH="1">
            <a:off x="16764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E14EA3-9EF9-B152-07B8-DFCF7F74F619}"/>
              </a:ext>
            </a:extLst>
          </p:cNvPr>
          <p:cNvCxnSpPr/>
          <p:nvPr/>
        </p:nvCxnSpPr>
        <p:spPr>
          <a:xfrm>
            <a:off x="2590800" y="44196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8FABC5-10BC-30F0-5A1D-2E7E0A18CC99}"/>
              </a:ext>
            </a:extLst>
          </p:cNvPr>
          <p:cNvCxnSpPr/>
          <p:nvPr/>
        </p:nvCxnSpPr>
        <p:spPr>
          <a:xfrm flipH="1">
            <a:off x="45720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729A74B-9264-2B26-0F9A-DF075C9FC6F8}"/>
              </a:ext>
            </a:extLst>
          </p:cNvPr>
          <p:cNvCxnSpPr/>
          <p:nvPr/>
        </p:nvCxnSpPr>
        <p:spPr>
          <a:xfrm>
            <a:off x="5029200" y="44196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D8DF6B-256D-6CCD-8DC4-0BAFB32C7D34}"/>
              </a:ext>
            </a:extLst>
          </p:cNvPr>
          <p:cNvCxnSpPr/>
          <p:nvPr/>
        </p:nvCxnSpPr>
        <p:spPr>
          <a:xfrm flipH="1">
            <a:off x="1219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EBAFD6F-F2CF-80DB-6764-F6E484079CE0}"/>
              </a:ext>
            </a:extLst>
          </p:cNvPr>
          <p:cNvCxnSpPr>
            <a:cxnSpLocks/>
          </p:cNvCxnSpPr>
          <p:nvPr/>
        </p:nvCxnSpPr>
        <p:spPr>
          <a:xfrm>
            <a:off x="16764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CDE958-A3E0-13F3-88A7-A7AACDD4E03D}"/>
              </a:ext>
            </a:extLst>
          </p:cNvPr>
          <p:cNvCxnSpPr>
            <a:cxnSpLocks/>
          </p:cNvCxnSpPr>
          <p:nvPr/>
        </p:nvCxnSpPr>
        <p:spPr>
          <a:xfrm flipH="1">
            <a:off x="30480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0EEEBD-0565-F0F7-059B-9803D946DFAA}"/>
              </a:ext>
            </a:extLst>
          </p:cNvPr>
          <p:cNvCxnSpPr/>
          <p:nvPr/>
        </p:nvCxnSpPr>
        <p:spPr>
          <a:xfrm>
            <a:off x="3505200" y="53340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09BE2B2-9951-3659-696A-B329C74E922B}"/>
              </a:ext>
            </a:extLst>
          </p:cNvPr>
          <p:cNvSpPr/>
          <p:nvPr/>
        </p:nvSpPr>
        <p:spPr>
          <a:xfrm>
            <a:off x="9144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218CDF-6BD9-37FD-87B4-C75721A65C65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49A56C-71C3-23EE-3BD2-E9AB96EF323E}"/>
              </a:ext>
            </a:extLst>
          </p:cNvPr>
          <p:cNvSpPr/>
          <p:nvPr/>
        </p:nvSpPr>
        <p:spPr>
          <a:xfrm>
            <a:off x="12192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3ED615-7D25-B843-0D6B-A7B8B110A0AB}"/>
              </a:ext>
            </a:extLst>
          </p:cNvPr>
          <p:cNvSpPr/>
          <p:nvPr/>
        </p:nvSpPr>
        <p:spPr>
          <a:xfrm>
            <a:off x="27432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A9E6D3-0881-BAD0-BA7F-D65326150C56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CFD3A9-AD69-26F8-85E6-2DD592BAA836}"/>
              </a:ext>
            </a:extLst>
          </p:cNvPr>
          <p:cNvSpPr/>
          <p:nvPr/>
        </p:nvSpPr>
        <p:spPr>
          <a:xfrm>
            <a:off x="3048000" y="5029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F0F45E-CF36-AE96-EE33-A311920E842D}"/>
              </a:ext>
            </a:extLst>
          </p:cNvPr>
          <p:cNvSpPr/>
          <p:nvPr/>
        </p:nvSpPr>
        <p:spPr>
          <a:xfrm>
            <a:off x="21336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263418-49C3-FCB4-2329-D3A1D406DBD7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F3434D-EBE3-E329-BCC1-93082449153B}"/>
              </a:ext>
            </a:extLst>
          </p:cNvPr>
          <p:cNvSpPr/>
          <p:nvPr/>
        </p:nvSpPr>
        <p:spPr>
          <a:xfrm>
            <a:off x="5181600" y="50292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03E12C-7B64-7E07-3B45-25189151BD92}"/>
              </a:ext>
            </a:extLst>
          </p:cNvPr>
          <p:cNvSpPr/>
          <p:nvPr/>
        </p:nvSpPr>
        <p:spPr>
          <a:xfrm>
            <a:off x="4572000" y="41148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A6701D-26E0-68C2-C89F-8DC112A495F8}"/>
              </a:ext>
            </a:extLst>
          </p:cNvPr>
          <p:cNvSpPr/>
          <p:nvPr/>
        </p:nvSpPr>
        <p:spPr>
          <a:xfrm>
            <a:off x="3352800" y="3048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D09EAD-8A1E-02D5-16AF-275A52B2B3C5}"/>
              </a:ext>
            </a:extLst>
          </p:cNvPr>
          <p:cNvSpPr txBox="1"/>
          <p:nvPr/>
        </p:nvSpPr>
        <p:spPr>
          <a:xfrm>
            <a:off x="13411200" y="1828800"/>
            <a:ext cx="7119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2E637-57E3-CBF3-BFF2-24E324DDF712}"/>
              </a:ext>
            </a:extLst>
          </p:cNvPr>
          <p:cNvSpPr/>
          <p:nvPr/>
        </p:nvSpPr>
        <p:spPr>
          <a:xfrm>
            <a:off x="12496800" y="5943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657D6-EA19-7485-77A0-5825C0C16961}"/>
              </a:ext>
            </a:extLst>
          </p:cNvPr>
          <p:cNvSpPr/>
          <p:nvPr/>
        </p:nvSpPr>
        <p:spPr>
          <a:xfrm>
            <a:off x="11734800" y="1371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=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C4BE8-352B-FC1C-8D85-91B5278EA94E}"/>
              </a:ext>
            </a:extLst>
          </p:cNvPr>
          <p:cNvSpPr/>
          <p:nvPr/>
        </p:nvSpPr>
        <p:spPr>
          <a:xfrm>
            <a:off x="12496800" y="518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9765A2-EBCC-DF8F-884F-DDF0883AB203}"/>
              </a:ext>
            </a:extLst>
          </p:cNvPr>
          <p:cNvSpPr/>
          <p:nvPr/>
        </p:nvSpPr>
        <p:spPr>
          <a:xfrm>
            <a:off x="12496800" y="13716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31823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33333E-6 L 1.11022E-16 -0.23148 C 1.11022E-16 -0.33527 -0.04026 -0.46297 -0.07292 -0.46297 L -0.14583 -0.46297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-2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40741E-7 L 1.11022E-16 -0.27778 C 1.11022E-16 -0.4022 -0.02875 -0.55556 -0.05208 -0.55556 L -0.10417 -0.55556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08" y="-2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7037E-6 L 1.11022E-16 0.5555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7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6" presetClass="emph" presetSubtype="0" repeatCount="indefinite" autoRev="1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3" grpId="1" animBg="1"/>
      <p:bldP spid="2" grpId="0"/>
      <p:bldP spid="2" grpId="1"/>
      <p:bldP spid="11" grpId="0" animBg="1"/>
      <p:bldP spid="11" grpId="1" animBg="1"/>
      <p:bldP spid="8" grpId="0" animBg="1"/>
      <p:bldP spid="8" grpId="1" animBg="1"/>
      <p:bldP spid="8" grpId="2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AD431ED-02ED-3BAC-C17F-60555425EA8B}"/>
              </a:ext>
            </a:extLst>
          </p:cNvPr>
          <p:cNvGrpSpPr/>
          <p:nvPr/>
        </p:nvGrpSpPr>
        <p:grpSpPr>
          <a:xfrm>
            <a:off x="10668000" y="1828800"/>
            <a:ext cx="1219200" cy="1676400"/>
            <a:chOff x="10972800" y="2286000"/>
            <a:chExt cx="1463040" cy="2011680"/>
          </a:xfrm>
        </p:grpSpPr>
        <p:sp>
          <p:nvSpPr>
            <p:cNvPr id="48" name="Speech Bubble: Rectangle with Corners Rounded 47">
              <a:extLst>
                <a:ext uri="{FF2B5EF4-FFF2-40B4-BE49-F238E27FC236}">
                  <a16:creationId xmlns:a16="http://schemas.microsoft.com/office/drawing/2014/main" id="{9839F5A6-A2F0-DFA3-E993-AFFFE4CD11F7}"/>
                </a:ext>
              </a:extLst>
            </p:cNvPr>
            <p:cNvSpPr/>
            <p:nvPr/>
          </p:nvSpPr>
          <p:spPr>
            <a:xfrm>
              <a:off x="10972800" y="3200400"/>
              <a:ext cx="1463040" cy="1097280"/>
            </a:xfrm>
            <a:prstGeom prst="wedgeRoundRectCallout">
              <a:avLst>
                <a:gd name="adj1" fmla="val -1547"/>
                <a:gd name="adj2" fmla="val -66618"/>
                <a:gd name="adj3" fmla="val 16667"/>
              </a:avLst>
            </a:prstGeom>
            <a:solidFill>
              <a:schemeClr val="accent6"/>
            </a:solidFill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en-US" sz="28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74962-7E5D-63FB-B24D-B6A272F16857}"/>
                </a:ext>
              </a:extLst>
            </p:cNvPr>
            <p:cNvSpPr/>
            <p:nvPr/>
          </p:nvSpPr>
          <p:spPr>
            <a:xfrm>
              <a:off x="11338560" y="2286000"/>
              <a:ext cx="731520" cy="731520"/>
            </a:xfrm>
            <a:prstGeom prst="rect">
              <a:avLst/>
            </a:prstGeom>
            <a:solidFill>
              <a:schemeClr val="accent1"/>
            </a:solidFill>
            <a:ln w="25400" cap="flat">
              <a:noFill/>
              <a:prstDash val="solid"/>
              <a:miter/>
            </a:ln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2800"/>
                <a:t>4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FD76DB8-55C5-1B10-9FEC-37E73723F4D7}"/>
              </a:ext>
            </a:extLst>
          </p:cNvPr>
          <p:cNvGrpSpPr/>
          <p:nvPr/>
        </p:nvGrpSpPr>
        <p:grpSpPr>
          <a:xfrm>
            <a:off x="7772400" y="3657600"/>
            <a:ext cx="3657600" cy="3505200"/>
            <a:chOff x="10972800" y="3200400"/>
            <a:chExt cx="4389120" cy="4206240"/>
          </a:xfrm>
        </p:grpSpPr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A1DD67B6-046E-E81A-397F-BC100B448A9C}"/>
                </a:ext>
              </a:extLst>
            </p:cNvPr>
            <p:cNvSpPr/>
            <p:nvPr/>
          </p:nvSpPr>
          <p:spPr>
            <a:xfrm>
              <a:off x="10972800" y="3200400"/>
              <a:ext cx="4389120" cy="3291840"/>
            </a:xfrm>
            <a:prstGeom prst="wedgeRoundRectCallout">
              <a:avLst>
                <a:gd name="adj1" fmla="val -5180"/>
                <a:gd name="adj2" fmla="val 54515"/>
                <a:gd name="adj3" fmla="val 16667"/>
              </a:avLst>
            </a:prstGeom>
            <a:solidFill>
              <a:schemeClr val="accent6"/>
            </a:solidFill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en-US" sz="28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6E8CDB1-A9BA-5521-64D6-AFE9870790AD}"/>
                </a:ext>
              </a:extLst>
            </p:cNvPr>
            <p:cNvSpPr/>
            <p:nvPr/>
          </p:nvSpPr>
          <p:spPr>
            <a:xfrm>
              <a:off x="12618720" y="6675120"/>
              <a:ext cx="731520" cy="731520"/>
            </a:xfrm>
            <a:prstGeom prst="rect">
              <a:avLst/>
            </a:prstGeom>
            <a:solidFill>
              <a:schemeClr val="accent1"/>
            </a:solidFill>
            <a:ln w="25400" cap="flat">
              <a:noFill/>
              <a:prstDash val="solid"/>
              <a:miter/>
            </a:ln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2800"/>
                <a:t>4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544827-0B1A-CB1D-EB1D-2BD80A15336E}"/>
              </a:ext>
            </a:extLst>
          </p:cNvPr>
          <p:cNvGrpSpPr/>
          <p:nvPr/>
        </p:nvGrpSpPr>
        <p:grpSpPr>
          <a:xfrm>
            <a:off x="11887200" y="3657600"/>
            <a:ext cx="1981200" cy="2590800"/>
            <a:chOff x="10972800" y="3200400"/>
            <a:chExt cx="2377440" cy="3108960"/>
          </a:xfrm>
        </p:grpSpPr>
        <p:sp>
          <p:nvSpPr>
            <p:cNvPr id="37" name="Speech Bubble: Rectangle with Corners Rounded 36">
              <a:extLst>
                <a:ext uri="{FF2B5EF4-FFF2-40B4-BE49-F238E27FC236}">
                  <a16:creationId xmlns:a16="http://schemas.microsoft.com/office/drawing/2014/main" id="{24E77979-B4B4-B754-E9B9-3AAD494FF53A}"/>
                </a:ext>
              </a:extLst>
            </p:cNvPr>
            <p:cNvSpPr/>
            <p:nvPr/>
          </p:nvSpPr>
          <p:spPr>
            <a:xfrm>
              <a:off x="10972800" y="3200400"/>
              <a:ext cx="2377440" cy="2194560"/>
            </a:xfrm>
            <a:prstGeom prst="wedgeRoundRectCallout">
              <a:avLst>
                <a:gd name="adj1" fmla="val 3541"/>
                <a:gd name="adj2" fmla="val 59351"/>
                <a:gd name="adj3" fmla="val 16667"/>
              </a:avLst>
            </a:prstGeom>
            <a:solidFill>
              <a:schemeClr val="accent6"/>
            </a:solidFill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en-US" sz="280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19A2C7-C228-ED85-D9E3-DD7CB890509B}"/>
                </a:ext>
              </a:extLst>
            </p:cNvPr>
            <p:cNvSpPr/>
            <p:nvPr/>
          </p:nvSpPr>
          <p:spPr>
            <a:xfrm>
              <a:off x="11887200" y="5577840"/>
              <a:ext cx="731520" cy="731520"/>
            </a:xfrm>
            <a:prstGeom prst="rect">
              <a:avLst/>
            </a:prstGeom>
            <a:solidFill>
              <a:schemeClr val="accent1"/>
            </a:solidFill>
            <a:ln w="25400" cap="flat">
              <a:noFill/>
              <a:prstDash val="solid"/>
              <a:miter/>
            </a:ln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2800"/>
                <a:t>2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6A6F78-9E11-5C39-F774-E784E433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CD75C3-B16E-6616-02AA-65DF06F59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Thứ tự tính toán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D70F5F-7B79-EB10-0E67-144059688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554480"/>
            <a:ext cx="7132320" cy="5669280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Quy trình</a:t>
            </a:r>
          </a:p>
          <a:p>
            <a:pPr lvl="1"/>
            <a:r>
              <a:rPr lang="en-US"/>
              <a:t>Tính nhánh phải</a:t>
            </a:r>
          </a:p>
          <a:p>
            <a:pPr lvl="1"/>
            <a:r>
              <a:rPr lang="en-US"/>
              <a:t>Tính nhánh trái</a:t>
            </a:r>
          </a:p>
          <a:p>
            <a:pPr lvl="1"/>
            <a:r>
              <a:rPr lang="en-US"/>
              <a:t>Tính gốc</a:t>
            </a:r>
          </a:p>
          <a:p>
            <a:r>
              <a:rPr lang="en-US"/>
              <a:t>Nh</a:t>
            </a:r>
            <a:r>
              <a:rPr lang="vi-VN"/>
              <a:t>ư</a:t>
            </a:r>
            <a:r>
              <a:rPr lang="en-US"/>
              <a:t>ợc điểm của quy trình này?</a:t>
            </a:r>
          </a:p>
          <a:p>
            <a:r>
              <a:rPr lang="en-US"/>
              <a:t>Tại sao ký pháp </a:t>
            </a:r>
            <a:r>
              <a:rPr lang="en-US" b="1"/>
              <a:t>nghịch</a:t>
            </a:r>
            <a:r>
              <a:rPr lang="en-US"/>
              <a:t> đảo Ba-lan lại “</a:t>
            </a:r>
            <a:r>
              <a:rPr lang="en-US" b="1"/>
              <a:t>thuận</a:t>
            </a:r>
            <a:r>
              <a:rPr lang="en-US"/>
              <a:t>” hơn?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31D75-9BEA-37B1-DA85-CF4729DEEC77}"/>
              </a:ext>
            </a:extLst>
          </p:cNvPr>
          <p:cNvCxnSpPr>
            <a:cxnSpLocks/>
          </p:cNvCxnSpPr>
          <p:nvPr/>
        </p:nvCxnSpPr>
        <p:spPr>
          <a:xfrm flipH="1">
            <a:off x="9601200" y="3048000"/>
            <a:ext cx="16764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274F36-FC90-C529-AC0D-E7828C24C711}"/>
              </a:ext>
            </a:extLst>
          </p:cNvPr>
          <p:cNvCxnSpPr>
            <a:cxnSpLocks/>
          </p:cNvCxnSpPr>
          <p:nvPr/>
        </p:nvCxnSpPr>
        <p:spPr>
          <a:xfrm>
            <a:off x="11277600" y="3048000"/>
            <a:ext cx="1524000" cy="10668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6C8FF9-F429-8065-5663-03A6FC41FDE4}"/>
              </a:ext>
            </a:extLst>
          </p:cNvPr>
          <p:cNvCxnSpPr/>
          <p:nvPr/>
        </p:nvCxnSpPr>
        <p:spPr>
          <a:xfrm flipH="1">
            <a:off x="8686800" y="41148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426793-925D-E1A8-24DF-55E5D114AE8C}"/>
              </a:ext>
            </a:extLst>
          </p:cNvPr>
          <p:cNvCxnSpPr/>
          <p:nvPr/>
        </p:nvCxnSpPr>
        <p:spPr>
          <a:xfrm>
            <a:off x="9601200" y="4114800"/>
            <a:ext cx="9144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7BB5BC-1485-5646-D8BD-2E4DA257E529}"/>
              </a:ext>
            </a:extLst>
          </p:cNvPr>
          <p:cNvCxnSpPr/>
          <p:nvPr/>
        </p:nvCxnSpPr>
        <p:spPr>
          <a:xfrm flipH="1">
            <a:off x="12344400" y="41148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B5E28-D727-F6DC-38E4-F50EF937C10D}"/>
              </a:ext>
            </a:extLst>
          </p:cNvPr>
          <p:cNvCxnSpPr/>
          <p:nvPr/>
        </p:nvCxnSpPr>
        <p:spPr>
          <a:xfrm>
            <a:off x="12801600" y="41148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7B5AD2-28F3-62F1-E63C-587426F2B090}"/>
              </a:ext>
            </a:extLst>
          </p:cNvPr>
          <p:cNvCxnSpPr/>
          <p:nvPr/>
        </p:nvCxnSpPr>
        <p:spPr>
          <a:xfrm flipH="1">
            <a:off x="8229600" y="50292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B9B302-A87B-A960-D559-D2BBB3ADDF60}"/>
              </a:ext>
            </a:extLst>
          </p:cNvPr>
          <p:cNvCxnSpPr>
            <a:cxnSpLocks/>
          </p:cNvCxnSpPr>
          <p:nvPr/>
        </p:nvCxnSpPr>
        <p:spPr>
          <a:xfrm>
            <a:off x="8686800" y="50292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7820F4-822C-86AB-7D26-25799E1D0A83}"/>
              </a:ext>
            </a:extLst>
          </p:cNvPr>
          <p:cNvCxnSpPr>
            <a:cxnSpLocks/>
          </p:cNvCxnSpPr>
          <p:nvPr/>
        </p:nvCxnSpPr>
        <p:spPr>
          <a:xfrm flipH="1">
            <a:off x="10058400" y="50292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4562A-CCFC-A8C6-E8D7-4C88CBB572F0}"/>
              </a:ext>
            </a:extLst>
          </p:cNvPr>
          <p:cNvCxnSpPr/>
          <p:nvPr/>
        </p:nvCxnSpPr>
        <p:spPr>
          <a:xfrm>
            <a:off x="10515600" y="5029200"/>
            <a:ext cx="457200" cy="914400"/>
          </a:xfrm>
          <a:prstGeom prst="line">
            <a:avLst/>
          </a:prstGeom>
          <a:ln w="76200" cap="rnd">
            <a:solidFill>
              <a:schemeClr val="tx1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EBA2FB1-E6E3-FA5A-AA0E-F7F990ACF1D6}"/>
              </a:ext>
            </a:extLst>
          </p:cNvPr>
          <p:cNvSpPr/>
          <p:nvPr/>
        </p:nvSpPr>
        <p:spPr>
          <a:xfrm>
            <a:off x="7924800" y="56388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3FCD3D-157A-CE07-2785-73E7D3E173EC}"/>
              </a:ext>
            </a:extLst>
          </p:cNvPr>
          <p:cNvSpPr/>
          <p:nvPr/>
        </p:nvSpPr>
        <p:spPr>
          <a:xfrm>
            <a:off x="8839200" y="56388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FB56F-E60E-6070-07A7-1178095CE58D}"/>
              </a:ext>
            </a:extLst>
          </p:cNvPr>
          <p:cNvSpPr/>
          <p:nvPr/>
        </p:nvSpPr>
        <p:spPr>
          <a:xfrm>
            <a:off x="8229600" y="47244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sum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53E378-21D6-FC4E-76FD-3ADDD41A5726}"/>
              </a:ext>
            </a:extLst>
          </p:cNvPr>
          <p:cNvSpPr/>
          <p:nvPr/>
        </p:nvSpPr>
        <p:spPr>
          <a:xfrm>
            <a:off x="9753600" y="56388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E69569-CEF6-AB47-6A5F-6B927BCF4006}"/>
              </a:ext>
            </a:extLst>
          </p:cNvPr>
          <p:cNvSpPr/>
          <p:nvPr/>
        </p:nvSpPr>
        <p:spPr>
          <a:xfrm>
            <a:off x="10668000" y="56388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206C86-D93D-BDC5-7905-FD568108F32E}"/>
              </a:ext>
            </a:extLst>
          </p:cNvPr>
          <p:cNvSpPr/>
          <p:nvPr/>
        </p:nvSpPr>
        <p:spPr>
          <a:xfrm>
            <a:off x="10058400" y="47244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dif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3EAB01-3963-0E8B-D70B-37FA3909F719}"/>
              </a:ext>
            </a:extLst>
          </p:cNvPr>
          <p:cNvSpPr/>
          <p:nvPr/>
        </p:nvSpPr>
        <p:spPr>
          <a:xfrm>
            <a:off x="9144000" y="3810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gcd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F3C2CB-8A04-3C2E-8BFA-614838E03AB1}"/>
              </a:ext>
            </a:extLst>
          </p:cNvPr>
          <p:cNvSpPr/>
          <p:nvPr/>
        </p:nvSpPr>
        <p:spPr>
          <a:xfrm>
            <a:off x="12039600" y="47244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6F74F3-4EE7-207C-0136-4847FA4FA8B1}"/>
              </a:ext>
            </a:extLst>
          </p:cNvPr>
          <p:cNvSpPr/>
          <p:nvPr/>
        </p:nvSpPr>
        <p:spPr>
          <a:xfrm>
            <a:off x="12954000" y="4724400"/>
            <a:ext cx="609600" cy="609600"/>
          </a:xfrm>
          <a:prstGeom prst="rect">
            <a:avLst/>
          </a:prstGeom>
          <a:solidFill>
            <a:schemeClr val="bg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950B3F-03D9-B592-8FD9-3D0BF2945530}"/>
              </a:ext>
            </a:extLst>
          </p:cNvPr>
          <p:cNvSpPr/>
          <p:nvPr/>
        </p:nvSpPr>
        <p:spPr>
          <a:xfrm>
            <a:off x="12344400" y="38100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80444D-EB52-D822-1EE5-1BDB906BE70C}"/>
              </a:ext>
            </a:extLst>
          </p:cNvPr>
          <p:cNvSpPr/>
          <p:nvPr/>
        </p:nvSpPr>
        <p:spPr>
          <a:xfrm>
            <a:off x="10820400" y="2743200"/>
            <a:ext cx="914400" cy="60960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max</a:t>
            </a:r>
          </a:p>
        </p:txBody>
      </p:sp>
    </p:spTree>
    <p:extLst>
      <p:ext uri="{BB962C8B-B14F-4D97-AF65-F5344CB8AC3E}">
        <p14:creationId xmlns:p14="http://schemas.microsoft.com/office/powerpoint/2010/main" val="189603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8821EC-F78F-4FA6-BB5F-4122FFF2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Đối sánh ảnh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BBFEB16-FA04-40A7-BE49-AF08B9865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24000"/>
                <a:ext cx="10210800" cy="57912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Mã hóa ảnh </a:t>
                </a:r>
                <a:r>
                  <a:rPr lang="vi-VN"/>
                  <a:t>đen trắng hình vuông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/>
              </a:p>
              <a:p>
                <a:pPr lvl="1"/>
                <a:r>
                  <a:rPr lang="en-US"/>
                  <a:t>Ảnh đen có thể mã hóa bằng một ký tự ‘B’</a:t>
                </a:r>
              </a:p>
              <a:p>
                <a:pPr lvl="1"/>
                <a:r>
                  <a:rPr lang="en-US"/>
                  <a:t>Ảnh trắng có thể mã hóa bằng một ký tự ‘W’</a:t>
                </a:r>
              </a:p>
              <a:p>
                <a:pPr lvl="1"/>
                <a:r>
                  <a:rPr lang="en-US"/>
                  <a:t>Nếu P, Q, R, S là mã hóa của 4 ảnh vuông kích thước bằng nhau thì &amp;PQRS là xâu mã hóa của ảnh vuông tạo thành nếu đặt 4 ảnh trên theo sơ đồ … </a:t>
                </a:r>
              </a:p>
              <a:p>
                <a:r>
                  <a:rPr lang="en-US"/>
                  <a:t>Tọa độ điểm ảnh (Hàng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, Cột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0…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)</a:t>
                </a:r>
              </a:p>
              <a:p>
                <a:r>
                  <a:rPr lang="en-US"/>
                  <a:t>Yêu cầu: Cho kích thước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</m:t>
                        </m:r>
                      </m:sup>
                    </m:sSup>
                  </m:oMath>
                </a14:m>
                <a:r>
                  <a:rPr lang="en-US"/>
                  <a:t> và hai xâu mã hóa của 2 ảnh, có độ dài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/>
                  <a:t>, tìm một tọa độ có màu khác nhau trên 2 ảnh (nếu có).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BBFEB16-FA04-40A7-BE49-AF08B9865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24000"/>
                <a:ext cx="10210800" cy="5791200"/>
              </a:xfrm>
              <a:blipFill>
                <a:blip r:embed="rId2"/>
                <a:stretch>
                  <a:fillRect t="-1368" r="-776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3DD514-6656-48AE-A585-A4D8400E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15538-57FB-4C22-B129-323B8B7A666D}"/>
              </a:ext>
            </a:extLst>
          </p:cNvPr>
          <p:cNvSpPr/>
          <p:nvPr/>
        </p:nvSpPr>
        <p:spPr>
          <a:xfrm>
            <a:off x="12649201" y="1828800"/>
            <a:ext cx="762000" cy="762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200">
                <a:solidFill>
                  <a:schemeClr val="tx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392CB-F058-40CF-803E-6612BF1D1400}"/>
              </a:ext>
            </a:extLst>
          </p:cNvPr>
          <p:cNvSpPr/>
          <p:nvPr/>
        </p:nvSpPr>
        <p:spPr>
          <a:xfrm>
            <a:off x="13411200" y="1828800"/>
            <a:ext cx="762000" cy="762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200">
                <a:solidFill>
                  <a:schemeClr val="tx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Q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E645D-6FE2-4CFB-8B45-C51CB781685C}"/>
              </a:ext>
            </a:extLst>
          </p:cNvPr>
          <p:cNvSpPr/>
          <p:nvPr/>
        </p:nvSpPr>
        <p:spPr>
          <a:xfrm>
            <a:off x="12649201" y="2590800"/>
            <a:ext cx="762000" cy="762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200">
                <a:solidFill>
                  <a:schemeClr val="tx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40DEED-9BA1-4590-9E75-07B9E88766B2}"/>
              </a:ext>
            </a:extLst>
          </p:cNvPr>
          <p:cNvSpPr/>
          <p:nvPr/>
        </p:nvSpPr>
        <p:spPr>
          <a:xfrm>
            <a:off x="13411200" y="2590800"/>
            <a:ext cx="762000" cy="762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27000" h="50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/>
            <a:flatTx/>
          </a:bodyPr>
          <a:lstStyle/>
          <a:p>
            <a:pPr algn="ctr"/>
            <a:r>
              <a:rPr lang="en-US" sz="3200">
                <a:solidFill>
                  <a:schemeClr val="tx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75C932-A749-45AB-B32E-DD037149655E}"/>
              </a:ext>
            </a:extLst>
          </p:cNvPr>
          <p:cNvSpPr/>
          <p:nvPr/>
        </p:nvSpPr>
        <p:spPr>
          <a:xfrm>
            <a:off x="10820400" y="6136957"/>
            <a:ext cx="3352800" cy="1178243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WW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  <a:p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BBBB</a:t>
            </a:r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WW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  <a:r>
              <a:rPr lang="en-US" sz="3200">
                <a:solidFill>
                  <a:schemeClr val="tx2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  <a:r>
              <a:rPr lang="en-US" sz="3200">
                <a:highlight>
                  <a:srgbClr val="C0C0C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  <a:r>
              <a:rPr lang="en-US" sz="3200">
                <a:solidFill>
                  <a:schemeClr val="bg1"/>
                </a:solidFill>
                <a:highlight>
                  <a:srgbClr val="000000"/>
                </a:highlight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ADE14BE-0AAD-4958-97D1-C64B57FF060C}"/>
              </a:ext>
            </a:extLst>
          </p:cNvPr>
          <p:cNvGrpSpPr/>
          <p:nvPr/>
        </p:nvGrpSpPr>
        <p:grpSpPr>
          <a:xfrm>
            <a:off x="11734801" y="3505200"/>
            <a:ext cx="2438400" cy="2438400"/>
            <a:chOff x="3657600" y="457200"/>
            <a:chExt cx="2926080" cy="29260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D07B83E-0021-4DDB-85AE-71560337B6CA}"/>
                </a:ext>
              </a:extLst>
            </p:cNvPr>
            <p:cNvSpPr/>
            <p:nvPr/>
          </p:nvSpPr>
          <p:spPr>
            <a:xfrm>
              <a:off x="3657600" y="45720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2D96F9E-D4B4-405C-8A34-B6F6636323A7}"/>
                </a:ext>
              </a:extLst>
            </p:cNvPr>
            <p:cNvSpPr/>
            <p:nvPr/>
          </p:nvSpPr>
          <p:spPr>
            <a:xfrm>
              <a:off x="4389120" y="45720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B5DE672-B161-4033-AAAE-6772A37A2B1C}"/>
                </a:ext>
              </a:extLst>
            </p:cNvPr>
            <p:cNvSpPr/>
            <p:nvPr/>
          </p:nvSpPr>
          <p:spPr>
            <a:xfrm>
              <a:off x="5120640" y="45720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E189F4-E8A5-417C-8F80-BDDDBCE3779F}"/>
                </a:ext>
              </a:extLst>
            </p:cNvPr>
            <p:cNvSpPr/>
            <p:nvPr/>
          </p:nvSpPr>
          <p:spPr>
            <a:xfrm>
              <a:off x="5852160" y="45720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6735716-9CE7-446C-8AB2-2DB4B8C3B921}"/>
                </a:ext>
              </a:extLst>
            </p:cNvPr>
            <p:cNvSpPr/>
            <p:nvPr/>
          </p:nvSpPr>
          <p:spPr>
            <a:xfrm>
              <a:off x="3657600" y="118872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C686BD5-6C7F-4325-8011-03FD8901F608}"/>
                </a:ext>
              </a:extLst>
            </p:cNvPr>
            <p:cNvSpPr/>
            <p:nvPr/>
          </p:nvSpPr>
          <p:spPr>
            <a:xfrm>
              <a:off x="4389120" y="118872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2F1BA68-0E2A-4F39-BD8F-28893D1F405D}"/>
                </a:ext>
              </a:extLst>
            </p:cNvPr>
            <p:cNvSpPr/>
            <p:nvPr/>
          </p:nvSpPr>
          <p:spPr>
            <a:xfrm>
              <a:off x="5120640" y="118872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32197B0-241B-411B-B22F-649F28531D92}"/>
                </a:ext>
              </a:extLst>
            </p:cNvPr>
            <p:cNvSpPr/>
            <p:nvPr/>
          </p:nvSpPr>
          <p:spPr>
            <a:xfrm>
              <a:off x="5852160" y="118872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48F326B-1FD9-4C6E-987B-60C967B3E415}"/>
                </a:ext>
              </a:extLst>
            </p:cNvPr>
            <p:cNvSpPr/>
            <p:nvPr/>
          </p:nvSpPr>
          <p:spPr>
            <a:xfrm>
              <a:off x="3657600" y="192024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575D445-F5EB-4C18-B246-F49C291A5FFD}"/>
                </a:ext>
              </a:extLst>
            </p:cNvPr>
            <p:cNvSpPr/>
            <p:nvPr/>
          </p:nvSpPr>
          <p:spPr>
            <a:xfrm>
              <a:off x="4389120" y="192024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C18BBE7-3C1B-4AB2-9578-0D260776DD91}"/>
                </a:ext>
              </a:extLst>
            </p:cNvPr>
            <p:cNvSpPr/>
            <p:nvPr/>
          </p:nvSpPr>
          <p:spPr>
            <a:xfrm>
              <a:off x="5120640" y="192024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C49A3DB-F2F3-4896-8A56-1EA16EAF9665}"/>
                </a:ext>
              </a:extLst>
            </p:cNvPr>
            <p:cNvSpPr/>
            <p:nvPr/>
          </p:nvSpPr>
          <p:spPr>
            <a:xfrm>
              <a:off x="5852160" y="192024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4B175C4-381A-472E-A6F3-1DE565B6918C}"/>
                </a:ext>
              </a:extLst>
            </p:cNvPr>
            <p:cNvSpPr/>
            <p:nvPr/>
          </p:nvSpPr>
          <p:spPr>
            <a:xfrm>
              <a:off x="3657600" y="265176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0AF02C2-8095-4D6B-B05B-3BA8B6231BE5}"/>
                </a:ext>
              </a:extLst>
            </p:cNvPr>
            <p:cNvSpPr/>
            <p:nvPr/>
          </p:nvSpPr>
          <p:spPr>
            <a:xfrm>
              <a:off x="4389120" y="265176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EFF04DE-41D9-4ADF-9F8D-44A5F2C51E22}"/>
                </a:ext>
              </a:extLst>
            </p:cNvPr>
            <p:cNvSpPr/>
            <p:nvPr/>
          </p:nvSpPr>
          <p:spPr>
            <a:xfrm>
              <a:off x="5120640" y="2651760"/>
              <a:ext cx="731520" cy="7315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bg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B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1F1EF65-D200-4A15-A172-BFE40E79DAA4}"/>
                </a:ext>
              </a:extLst>
            </p:cNvPr>
            <p:cNvSpPr/>
            <p:nvPr/>
          </p:nvSpPr>
          <p:spPr>
            <a:xfrm>
              <a:off x="5852160" y="2651760"/>
              <a:ext cx="73152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scene3d>
              <a:camera prst="orthographicFront"/>
              <a:lightRig rig="soft" dir="t">
                <a:rot lat="0" lon="0" rev="18000000"/>
              </a:lightRig>
            </a:scene3d>
            <a:sp3d prstMaterial="metal">
              <a:bevelT w="1270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 sz="3200">
                  <a:solidFill>
                    <a:schemeClr val="tx1"/>
                  </a:solidFill>
                  <a:latin typeface="LMHMono" panose="02000009000000000000" pitchFamily="49" charset="0"/>
                  <a:ea typeface="LMHMono" panose="02000009000000000000" pitchFamily="49" charset="0"/>
                </a:rPr>
                <a:t>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5274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0AC8-171C-4310-A9FA-8A9CBE25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4020800" cy="1371600"/>
          </a:xfrm>
        </p:spPr>
        <p:txBody>
          <a:bodyPr>
            <a:normAutofit/>
          </a:bodyPr>
          <a:lstStyle/>
          <a:p>
            <a:r>
              <a:rPr lang="en-US"/>
              <a:t>Ảnh ≡ Cây tứ phân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C4615F-262C-4A20-AAB1-5FAD78B9E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24000"/>
                <a:ext cx="14020800" cy="57912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Lá: Ảnh đen/trắng</a:t>
                </a:r>
              </a:p>
              <a:p>
                <a:r>
                  <a:rPr lang="en-US"/>
                  <a:t>Nhánh: Có 4 con P, Q, R, S ứng với 4 phần ảnh</a:t>
                </a:r>
              </a:p>
              <a:p>
                <a:r>
                  <a:rPr lang="en-US"/>
                  <a:t>Biểu diễn: Đánh số nút từ 0 tới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Mảng màu (char):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Mảng con (int):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  <a:p>
                <a:pPr lvl="2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  <a:p>
                <a:pPr lvl="2"/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0…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C4615F-262C-4A20-AAB1-5FAD78B9E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24000"/>
                <a:ext cx="14020800" cy="5791200"/>
              </a:xfrm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EAB95-3AE9-40C2-B2E2-05F61C6A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563600" y="7315200"/>
            <a:ext cx="762000" cy="762000"/>
          </a:xfrm>
        </p:spPr>
        <p:txBody>
          <a:bodyPr/>
          <a:lstStyle/>
          <a:p>
            <a:fld id="{5CAF171B-BCF0-4F8D-B01B-8AC3659B914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83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7">
            <a:extLst>
              <a:ext uri="{FF2B5EF4-FFF2-40B4-BE49-F238E27FC236}">
                <a16:creationId xmlns:a16="http://schemas.microsoft.com/office/drawing/2014/main" id="{C175F4F7-E65C-FE53-9945-C77B819543CE}"/>
              </a:ext>
            </a:extLst>
          </p:cNvPr>
          <p:cNvSpPr/>
          <p:nvPr/>
        </p:nvSpPr>
        <p:spPr>
          <a:xfrm>
            <a:off x="6096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D9339AB-830F-5034-D757-50411AFE2786}"/>
              </a:ext>
            </a:extLst>
          </p:cNvPr>
          <p:cNvSpPr/>
          <p:nvPr/>
        </p:nvSpPr>
        <p:spPr>
          <a:xfrm>
            <a:off x="12192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C491F5A-531F-399D-D42C-5A85A586B384}"/>
              </a:ext>
            </a:extLst>
          </p:cNvPr>
          <p:cNvSpPr/>
          <p:nvPr/>
        </p:nvSpPr>
        <p:spPr>
          <a:xfrm>
            <a:off x="18288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9BCEB34-1322-F18C-D783-4AF6FCA6E3F8}"/>
              </a:ext>
            </a:extLst>
          </p:cNvPr>
          <p:cNvSpPr/>
          <p:nvPr/>
        </p:nvSpPr>
        <p:spPr>
          <a:xfrm>
            <a:off x="24384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93ADD92-570A-26A8-D4AB-6F6273C19856}"/>
              </a:ext>
            </a:extLst>
          </p:cNvPr>
          <p:cNvSpPr/>
          <p:nvPr/>
        </p:nvSpPr>
        <p:spPr>
          <a:xfrm>
            <a:off x="30480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FB7F7A27-3B62-2803-B6ED-E3164ED7C19C}"/>
              </a:ext>
            </a:extLst>
          </p:cNvPr>
          <p:cNvSpPr/>
          <p:nvPr/>
        </p:nvSpPr>
        <p:spPr>
          <a:xfrm>
            <a:off x="36576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E8F2D6A6-66BE-9D3A-BBCA-AE58E14A1E1F}"/>
              </a:ext>
            </a:extLst>
          </p:cNvPr>
          <p:cNvSpPr/>
          <p:nvPr/>
        </p:nvSpPr>
        <p:spPr>
          <a:xfrm>
            <a:off x="42672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C59D787-CE91-D4A4-E8F3-95E984E815C6}"/>
              </a:ext>
            </a:extLst>
          </p:cNvPr>
          <p:cNvSpPr/>
          <p:nvPr/>
        </p:nvSpPr>
        <p:spPr>
          <a:xfrm>
            <a:off x="48768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2B7BBBB0-91A9-D5C6-3C9B-445983AB50ED}"/>
              </a:ext>
            </a:extLst>
          </p:cNvPr>
          <p:cNvSpPr/>
          <p:nvPr/>
        </p:nvSpPr>
        <p:spPr>
          <a:xfrm>
            <a:off x="54864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567AB275-1B0F-E0EF-60EA-AA1D8FCE2404}"/>
              </a:ext>
            </a:extLst>
          </p:cNvPr>
          <p:cNvSpPr/>
          <p:nvPr/>
        </p:nvSpPr>
        <p:spPr>
          <a:xfrm>
            <a:off x="60960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5FB751F-15EC-FACA-196C-4FDAE063636A}"/>
              </a:ext>
            </a:extLst>
          </p:cNvPr>
          <p:cNvSpPr/>
          <p:nvPr/>
        </p:nvSpPr>
        <p:spPr>
          <a:xfrm>
            <a:off x="67056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ECC3D5A2-91A4-ABB7-EC93-B34B9862304E}"/>
              </a:ext>
            </a:extLst>
          </p:cNvPr>
          <p:cNvSpPr/>
          <p:nvPr/>
        </p:nvSpPr>
        <p:spPr>
          <a:xfrm>
            <a:off x="73152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0F1C3134-D8E2-FFE0-9CA9-BB971E0FF454}"/>
              </a:ext>
            </a:extLst>
          </p:cNvPr>
          <p:cNvSpPr/>
          <p:nvPr/>
        </p:nvSpPr>
        <p:spPr>
          <a:xfrm>
            <a:off x="7924800" y="5943600"/>
            <a:ext cx="609600" cy="609600"/>
          </a:xfrm>
          <a:prstGeom prst="rect">
            <a:avLst/>
          </a:prstGeom>
          <a:noFill/>
          <a:ln w="25400" cap="flat">
            <a:noFill/>
            <a:prstDash val="solid"/>
            <a:miter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017510-0F75-44DD-9618-B608A1675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"/>
            <a:ext cx="11125200" cy="2133600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Ảnh ≡ Cây tứ phân</a:t>
            </a:r>
          </a:p>
          <a:p>
            <a:pPr lvl="1"/>
            <a:r>
              <a:rPr lang="en-US"/>
              <a:t>Lá (chứa ký tự B/W): Ảnh đen/trắng</a:t>
            </a:r>
          </a:p>
          <a:p>
            <a:pPr lvl="1"/>
            <a:r>
              <a:rPr lang="en-US"/>
              <a:t>Nhánh (chứa ký tự &amp;): Có 4 con P, Q, R, S ứng với 4 phần ảnh</a:t>
            </a:r>
          </a:p>
          <a:p>
            <a:pPr lvl="1"/>
            <a:r>
              <a:rPr lang="en-US"/>
              <a:t>Duyệt theo thứ tự tr</a:t>
            </a:r>
            <a:r>
              <a:rPr lang="vi-VN"/>
              <a:t>ư</a:t>
            </a:r>
            <a:r>
              <a:rPr lang="en-US"/>
              <a:t>ớc </a:t>
            </a:r>
            <a:r>
              <a:rPr lang="en-US">
                <a:sym typeface="Wingdings" panose="05000000000000000000" pitchFamily="2" charset="2"/>
              </a:rPr>
              <a:t> xâu mã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1" name="Content Placeholder 440">
                <a:extLst>
                  <a:ext uri="{FF2B5EF4-FFF2-40B4-BE49-F238E27FC236}">
                    <a16:creationId xmlns:a16="http://schemas.microsoft.com/office/drawing/2014/main" id="{02BE316E-AC50-4F99-ADAD-958A147930D2}"/>
                  </a:ext>
                </a:extLst>
              </p:cNvPr>
              <p:cNvSpPr>
                <a:spLocks noGrp="1"/>
              </p:cNvSpPr>
              <p:nvPr>
                <p:ph sz="half" idx="13"/>
              </p:nvPr>
            </p:nvSpPr>
            <p:spPr>
              <a:xfrm>
                <a:off x="9144000" y="3505200"/>
                <a:ext cx="5181600" cy="28956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/>
                  <a:t>Đánh số nút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</m:oMath>
                </a14:m>
                <a:r>
                  <a:rPr lang="en-US"/>
                  <a:t> : màu nút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: Chỉ số 4 nút con của nút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441" name="Content Placeholder 440">
                <a:extLst>
                  <a:ext uri="{FF2B5EF4-FFF2-40B4-BE49-F238E27FC236}">
                    <a16:creationId xmlns:a16="http://schemas.microsoft.com/office/drawing/2014/main" id="{02BE316E-AC50-4F99-ADAD-958A14793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3"/>
              </p:nvPr>
            </p:nvSpPr>
            <p:spPr>
              <a:xfrm>
                <a:off x="9144000" y="3505200"/>
                <a:ext cx="5181600" cy="2895600"/>
              </a:xfrm>
              <a:blipFill>
                <a:blip r:embed="rId2"/>
                <a:stretch>
                  <a:fillRect t="-2737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963BD-EFD1-462A-B78A-9A4EE56717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3716000" y="7223125"/>
            <a:ext cx="914400" cy="914400"/>
          </a:xfrm>
          <a:prstGeom prst="rect">
            <a:avLst/>
          </a:prstGeom>
          <a:blipFill dpi="0" rotWithShape="1"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1406626" rtl="0" eaLnBrk="1" latinLnBrk="0" hangingPunct="1">
              <a:defRPr sz="2800" kern="12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  <a:cs typeface="+mn-cs"/>
              </a:defRPr>
            </a:lvl1pPr>
            <a:lvl2pPr marL="703312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626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09938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13250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16563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9875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23189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626501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B218015-928C-4F68-B000-678EDF95D7E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7AC42F-F331-F85D-29AA-4006787B5856}"/>
              </a:ext>
            </a:extLst>
          </p:cNvPr>
          <p:cNvSpPr/>
          <p:nvPr/>
        </p:nvSpPr>
        <p:spPr>
          <a:xfrm>
            <a:off x="11734800" y="457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2FCBDC-DB80-FBC6-7845-9024FFD31FCD}"/>
              </a:ext>
            </a:extLst>
          </p:cNvPr>
          <p:cNvSpPr/>
          <p:nvPr/>
        </p:nvSpPr>
        <p:spPr>
          <a:xfrm>
            <a:off x="12344400" y="457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2BF258-F095-8538-A024-7BFC701B5C1F}"/>
              </a:ext>
            </a:extLst>
          </p:cNvPr>
          <p:cNvSpPr/>
          <p:nvPr/>
        </p:nvSpPr>
        <p:spPr>
          <a:xfrm>
            <a:off x="12954000" y="457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81CAE0-A8CE-CEFA-EC28-8CAFD3CE1F04}"/>
              </a:ext>
            </a:extLst>
          </p:cNvPr>
          <p:cNvSpPr/>
          <p:nvPr/>
        </p:nvSpPr>
        <p:spPr>
          <a:xfrm>
            <a:off x="13563600" y="457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835A0C-5B67-1E5D-2AF2-8F30E212559A}"/>
              </a:ext>
            </a:extLst>
          </p:cNvPr>
          <p:cNvSpPr/>
          <p:nvPr/>
        </p:nvSpPr>
        <p:spPr>
          <a:xfrm>
            <a:off x="11734800" y="10668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15864C-E529-6C9B-F621-1B5DC080E918}"/>
              </a:ext>
            </a:extLst>
          </p:cNvPr>
          <p:cNvSpPr/>
          <p:nvPr/>
        </p:nvSpPr>
        <p:spPr>
          <a:xfrm>
            <a:off x="12344400" y="10668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8302C0-D478-8110-EBC0-C49938282740}"/>
              </a:ext>
            </a:extLst>
          </p:cNvPr>
          <p:cNvSpPr/>
          <p:nvPr/>
        </p:nvSpPr>
        <p:spPr>
          <a:xfrm>
            <a:off x="12954000" y="10668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B4501-509C-22DD-8234-2199896BD86C}"/>
              </a:ext>
            </a:extLst>
          </p:cNvPr>
          <p:cNvSpPr/>
          <p:nvPr/>
        </p:nvSpPr>
        <p:spPr>
          <a:xfrm>
            <a:off x="13563600" y="10668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CCE9E4-C8C5-9988-5AA4-86E49BE136F7}"/>
              </a:ext>
            </a:extLst>
          </p:cNvPr>
          <p:cNvSpPr/>
          <p:nvPr/>
        </p:nvSpPr>
        <p:spPr>
          <a:xfrm>
            <a:off x="11734800" y="167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3DA6D-49F4-0FDE-301A-60CE28C52A46}"/>
              </a:ext>
            </a:extLst>
          </p:cNvPr>
          <p:cNvSpPr/>
          <p:nvPr/>
        </p:nvSpPr>
        <p:spPr>
          <a:xfrm>
            <a:off x="12344400" y="167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41298B-9573-DC2C-99F2-919C7DAB7DFB}"/>
              </a:ext>
            </a:extLst>
          </p:cNvPr>
          <p:cNvSpPr/>
          <p:nvPr/>
        </p:nvSpPr>
        <p:spPr>
          <a:xfrm>
            <a:off x="11734800" y="22860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11DFD3-BCDF-C1A8-6DFE-BB27DB07D2D8}"/>
              </a:ext>
            </a:extLst>
          </p:cNvPr>
          <p:cNvSpPr/>
          <p:nvPr/>
        </p:nvSpPr>
        <p:spPr>
          <a:xfrm>
            <a:off x="12344400" y="22860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3D23BF-FC97-6C75-9177-41FB3B2A6842}"/>
              </a:ext>
            </a:extLst>
          </p:cNvPr>
          <p:cNvSpPr/>
          <p:nvPr/>
        </p:nvSpPr>
        <p:spPr>
          <a:xfrm>
            <a:off x="12954000" y="1676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D3BA7-3599-81EB-7F7B-874B2FD07B1C}"/>
              </a:ext>
            </a:extLst>
          </p:cNvPr>
          <p:cNvSpPr/>
          <p:nvPr/>
        </p:nvSpPr>
        <p:spPr>
          <a:xfrm>
            <a:off x="13563600" y="167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E24AD9-CA9F-A107-112B-C496DE619AAA}"/>
              </a:ext>
            </a:extLst>
          </p:cNvPr>
          <p:cNvSpPr/>
          <p:nvPr/>
        </p:nvSpPr>
        <p:spPr>
          <a:xfrm>
            <a:off x="12954000" y="22860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8D8CA3-A14A-7EFC-0A8A-5E323422F8BF}"/>
              </a:ext>
            </a:extLst>
          </p:cNvPr>
          <p:cNvSpPr/>
          <p:nvPr/>
        </p:nvSpPr>
        <p:spPr>
          <a:xfrm>
            <a:off x="13563600" y="22860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008EC2-8A7D-0F7C-EBEC-4833A9A33C64}"/>
              </a:ext>
            </a:extLst>
          </p:cNvPr>
          <p:cNvSpPr/>
          <p:nvPr/>
        </p:nvSpPr>
        <p:spPr>
          <a:xfrm>
            <a:off x="609600" y="25908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ADA3E5-EA2B-8DD4-BC7F-ECF5190B5A48}"/>
              </a:ext>
            </a:extLst>
          </p:cNvPr>
          <p:cNvSpPr/>
          <p:nvPr/>
        </p:nvSpPr>
        <p:spPr>
          <a:xfrm>
            <a:off x="1219200" y="38100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6192C2-89E7-9974-B8BA-E7E55CB50E5D}"/>
              </a:ext>
            </a:extLst>
          </p:cNvPr>
          <p:cNvSpPr/>
          <p:nvPr/>
        </p:nvSpPr>
        <p:spPr>
          <a:xfrm>
            <a:off x="1828800" y="38100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94CE4E-B323-C5C0-F641-058D7488A99C}"/>
              </a:ext>
            </a:extLst>
          </p:cNvPr>
          <p:cNvSpPr/>
          <p:nvPr/>
        </p:nvSpPr>
        <p:spPr>
          <a:xfrm>
            <a:off x="4876800" y="38100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19FB67-2FFB-0DD9-CD28-B9F4B1861879}"/>
              </a:ext>
            </a:extLst>
          </p:cNvPr>
          <p:cNvSpPr/>
          <p:nvPr/>
        </p:nvSpPr>
        <p:spPr>
          <a:xfrm>
            <a:off x="5486400" y="38100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2A7977-2FD2-3229-6E77-B1577FE0CC2D}"/>
              </a:ext>
            </a:extLst>
          </p:cNvPr>
          <p:cNvSpPr/>
          <p:nvPr/>
        </p:nvSpPr>
        <p:spPr>
          <a:xfrm>
            <a:off x="2438400" y="5029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2F658D9-5E1D-B2E4-1809-3B2D3532CB99}"/>
              </a:ext>
            </a:extLst>
          </p:cNvPr>
          <p:cNvSpPr/>
          <p:nvPr/>
        </p:nvSpPr>
        <p:spPr>
          <a:xfrm>
            <a:off x="3048000" y="5029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B4EF2B-F9FC-0446-49BD-3E6DFDF191FB}"/>
              </a:ext>
            </a:extLst>
          </p:cNvPr>
          <p:cNvSpPr/>
          <p:nvPr/>
        </p:nvSpPr>
        <p:spPr>
          <a:xfrm>
            <a:off x="3657600" y="5029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3EA9B5-A469-A778-5B90-235093C11963}"/>
              </a:ext>
            </a:extLst>
          </p:cNvPr>
          <p:cNvSpPr/>
          <p:nvPr/>
        </p:nvSpPr>
        <p:spPr>
          <a:xfrm>
            <a:off x="4267200" y="5029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0BA7A0-AA6D-76A4-0A1D-8BC0580F1E35}"/>
              </a:ext>
            </a:extLst>
          </p:cNvPr>
          <p:cNvSpPr/>
          <p:nvPr/>
        </p:nvSpPr>
        <p:spPr>
          <a:xfrm>
            <a:off x="6096000" y="5029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5F1EAF-A7F2-66A5-A34D-09C051CC1C56}"/>
              </a:ext>
            </a:extLst>
          </p:cNvPr>
          <p:cNvSpPr/>
          <p:nvPr/>
        </p:nvSpPr>
        <p:spPr>
          <a:xfrm>
            <a:off x="6705600" y="5029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8BECD1-F1A5-59A3-5455-73FC92840F55}"/>
              </a:ext>
            </a:extLst>
          </p:cNvPr>
          <p:cNvSpPr/>
          <p:nvPr/>
        </p:nvSpPr>
        <p:spPr>
          <a:xfrm>
            <a:off x="7315200" y="5029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835C47-034D-CC60-F4B9-992E3F02EECC}"/>
              </a:ext>
            </a:extLst>
          </p:cNvPr>
          <p:cNvSpPr/>
          <p:nvPr/>
        </p:nvSpPr>
        <p:spPr>
          <a:xfrm>
            <a:off x="7924800" y="5029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D6D7BB2-839E-9B21-62DC-3F72DF31FABC}"/>
              </a:ext>
            </a:extLst>
          </p:cNvPr>
          <p:cNvGrpSpPr/>
          <p:nvPr/>
        </p:nvGrpSpPr>
        <p:grpSpPr>
          <a:xfrm>
            <a:off x="914400" y="3200399"/>
            <a:ext cx="4876800" cy="609600"/>
            <a:chOff x="914400" y="3200399"/>
            <a:chExt cx="4876800" cy="609600"/>
          </a:xfrm>
        </p:grpSpPr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E30EA088-3A47-DE3D-0C64-19FAAC81CD2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14400" y="3200399"/>
              <a:ext cx="609600" cy="609600"/>
            </a:xfrm>
            <a:prstGeom prst="bentConnector3">
              <a:avLst>
                <a:gd name="adj1" fmla="val 50000"/>
              </a:avLst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53CD7445-E602-25C7-B19D-42B85255A1D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219200" y="2895599"/>
              <a:ext cx="609600" cy="12192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31C1528A-A0FD-FC17-B3AA-94775954C63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43200" y="1371599"/>
              <a:ext cx="609600" cy="42672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F14139E1-CC60-3EC2-DE95-57C76AC9379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048000" y="1066799"/>
              <a:ext cx="609600" cy="48768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E201180-7448-D296-0AB5-4F33248050DD}"/>
              </a:ext>
            </a:extLst>
          </p:cNvPr>
          <p:cNvGrpSpPr/>
          <p:nvPr/>
        </p:nvGrpSpPr>
        <p:grpSpPr>
          <a:xfrm>
            <a:off x="2133600" y="4419600"/>
            <a:ext cx="2438400" cy="609600"/>
            <a:chOff x="2133600" y="4419600"/>
            <a:chExt cx="2438400" cy="609600"/>
          </a:xfrm>
        </p:grpSpPr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8FC892C0-1580-28AC-8178-75CEBB26FD4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133600" y="4419600"/>
              <a:ext cx="609600" cy="6096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4E7EF591-970D-8AB3-2498-8011E1E912D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38400" y="4114800"/>
              <a:ext cx="609600" cy="12192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ctor: Elbow 256">
              <a:extLst>
                <a:ext uri="{FF2B5EF4-FFF2-40B4-BE49-F238E27FC236}">
                  <a16:creationId xmlns:a16="http://schemas.microsoft.com/office/drawing/2014/main" id="{773062C0-0BE8-DDDF-D322-89BE6FA12AB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43200" y="3810000"/>
              <a:ext cx="609600" cy="1828800"/>
            </a:xfrm>
            <a:prstGeom prst="bentConnector3">
              <a:avLst>
                <a:gd name="adj1" fmla="val 50000"/>
              </a:avLst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ctor: Elbow 259">
              <a:extLst>
                <a:ext uri="{FF2B5EF4-FFF2-40B4-BE49-F238E27FC236}">
                  <a16:creationId xmlns:a16="http://schemas.microsoft.com/office/drawing/2014/main" id="{D891BC26-6631-732D-83F5-9881D3B6231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048000" y="3505200"/>
              <a:ext cx="609600" cy="2438400"/>
            </a:xfrm>
            <a:prstGeom prst="bentConnector3">
              <a:avLst>
                <a:gd name="adj1" fmla="val 50000"/>
              </a:avLst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AFC517F-351A-F374-AA0A-F3B24311F863}"/>
              </a:ext>
            </a:extLst>
          </p:cNvPr>
          <p:cNvGrpSpPr/>
          <p:nvPr/>
        </p:nvGrpSpPr>
        <p:grpSpPr>
          <a:xfrm>
            <a:off x="5791200" y="4419600"/>
            <a:ext cx="2438400" cy="609600"/>
            <a:chOff x="2133600" y="4419600"/>
            <a:chExt cx="2438400" cy="609600"/>
          </a:xfrm>
        </p:grpSpPr>
        <p:cxnSp>
          <p:nvCxnSpPr>
            <p:cNvPr id="264" name="Connector: Elbow 263">
              <a:extLst>
                <a:ext uri="{FF2B5EF4-FFF2-40B4-BE49-F238E27FC236}">
                  <a16:creationId xmlns:a16="http://schemas.microsoft.com/office/drawing/2014/main" id="{79168690-8684-FF3B-79C7-ACD9E168EE9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133600" y="4419600"/>
              <a:ext cx="609600" cy="6096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ctor: Elbow 264">
              <a:extLst>
                <a:ext uri="{FF2B5EF4-FFF2-40B4-BE49-F238E27FC236}">
                  <a16:creationId xmlns:a16="http://schemas.microsoft.com/office/drawing/2014/main" id="{3F7D4165-B282-EFB4-D309-46E6FF70676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438400" y="4114800"/>
              <a:ext cx="609600" cy="12192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ctor: Elbow 265">
              <a:extLst>
                <a:ext uri="{FF2B5EF4-FFF2-40B4-BE49-F238E27FC236}">
                  <a16:creationId xmlns:a16="http://schemas.microsoft.com/office/drawing/2014/main" id="{C92EF3BF-DC89-15D0-5E63-D38BFAEC92B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743200" y="3810000"/>
              <a:ext cx="609600" cy="1828800"/>
            </a:xfrm>
            <a:prstGeom prst="bentConnector3">
              <a:avLst>
                <a:gd name="adj1" fmla="val 50000"/>
              </a:avLst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: Elbow 266">
              <a:extLst>
                <a:ext uri="{FF2B5EF4-FFF2-40B4-BE49-F238E27FC236}">
                  <a16:creationId xmlns:a16="http://schemas.microsoft.com/office/drawing/2014/main" id="{7E30FA2E-36A0-C470-67FC-82B4A54BA1D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048000" y="3505200"/>
              <a:ext cx="609600" cy="2438400"/>
            </a:xfrm>
            <a:prstGeom prst="bentConnector3">
              <a:avLst>
                <a:gd name="adj1" fmla="val 50000"/>
              </a:avLst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8AE4C22-FF38-0BCD-FE41-72CBE29B7328}"/>
              </a:ext>
            </a:extLst>
          </p:cNvPr>
          <p:cNvSpPr/>
          <p:nvPr/>
        </p:nvSpPr>
        <p:spPr>
          <a:xfrm>
            <a:off x="6096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15B3A9-3204-FB42-65D4-D818E9C888C1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644178-6D33-D183-9562-683CE5113ABA}"/>
              </a:ext>
            </a:extLst>
          </p:cNvPr>
          <p:cNvSpPr/>
          <p:nvPr/>
        </p:nvSpPr>
        <p:spPr>
          <a:xfrm>
            <a:off x="18288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74EDB3-2BA4-B328-E4C7-23A7ADC807DB}"/>
              </a:ext>
            </a:extLst>
          </p:cNvPr>
          <p:cNvSpPr/>
          <p:nvPr/>
        </p:nvSpPr>
        <p:spPr>
          <a:xfrm>
            <a:off x="24384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A8BBE4-DC92-B1A6-39A3-9C40838F52FF}"/>
              </a:ext>
            </a:extLst>
          </p:cNvPr>
          <p:cNvSpPr/>
          <p:nvPr/>
        </p:nvSpPr>
        <p:spPr>
          <a:xfrm>
            <a:off x="30480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E6E143-9721-444C-45A8-487AE19D56D7}"/>
              </a:ext>
            </a:extLst>
          </p:cNvPr>
          <p:cNvSpPr/>
          <p:nvPr/>
        </p:nvSpPr>
        <p:spPr>
          <a:xfrm>
            <a:off x="36576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0734A0-9867-5CCD-3C5E-92633D89615E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FDFCB7-175A-6ADB-6EF5-311DB0585D5B}"/>
              </a:ext>
            </a:extLst>
          </p:cNvPr>
          <p:cNvSpPr/>
          <p:nvPr/>
        </p:nvSpPr>
        <p:spPr>
          <a:xfrm>
            <a:off x="48768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30CAFE-20DA-6B9C-CA8D-A9D85A2FDF99}"/>
              </a:ext>
            </a:extLst>
          </p:cNvPr>
          <p:cNvSpPr/>
          <p:nvPr/>
        </p:nvSpPr>
        <p:spPr>
          <a:xfrm>
            <a:off x="54864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5CFFBE-6645-ED7C-245F-47AF52C8AA0B}"/>
              </a:ext>
            </a:extLst>
          </p:cNvPr>
          <p:cNvSpPr/>
          <p:nvPr/>
        </p:nvSpPr>
        <p:spPr>
          <a:xfrm>
            <a:off x="60960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10E18B-44B1-82F7-4A96-C60A93633BE3}"/>
              </a:ext>
            </a:extLst>
          </p:cNvPr>
          <p:cNvSpPr/>
          <p:nvPr/>
        </p:nvSpPr>
        <p:spPr>
          <a:xfrm>
            <a:off x="67056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704D9B-44E9-9C72-6091-F5E3F4CC40AB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9FA938-9DFF-80E8-192B-470310574745}"/>
              </a:ext>
            </a:extLst>
          </p:cNvPr>
          <p:cNvSpPr/>
          <p:nvPr/>
        </p:nvSpPr>
        <p:spPr>
          <a:xfrm>
            <a:off x="79248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48906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-0.48148 L 1.38778E-17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07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33333 L 3.33333E-6 -3.33333E-6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6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33333 L -3.33333E-6 -3.33333E-6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67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0.18518 L 2.77556E-17 -3.33333E-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18518 L 3.33333E-6 -3.33333E-6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8518 L -3.33333E-6 -3.33333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18518 L 5.55112E-17 -3.33333E-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500"/>
                            </p:stCondLst>
                            <p:childTnLst>
                              <p:par>
                                <p:cTn id="7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33333 L 3.33333E-6 -3.33333E-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67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33333 L -3.33333E-6 -3.33333E-6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67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18518 L 5.55112E-17 -3.33333E-6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0"/>
                            </p:stCondLst>
                            <p:childTnLst>
                              <p:par>
                                <p:cTn id="10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18518 L 3.33333E-6 -3.33333E-6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500"/>
                            </p:stCondLst>
                            <p:childTnLst>
                              <p:par>
                                <p:cTn id="11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18518 L -3.33333E-6 -3.33333E-6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18518 L 0 -3.33333E-6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59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/>
      <p:bldP spid="269" grpId="0"/>
      <p:bldP spid="270" grpId="0"/>
      <p:bldP spid="290" grpId="0"/>
      <p:bldP spid="297" grpId="0"/>
      <p:bldP spid="298" grpId="0"/>
      <p:bldP spid="309" grpId="0"/>
      <p:bldP spid="311" grpId="0"/>
      <p:bldP spid="313" grpId="0"/>
      <p:bldP spid="315" grpId="0"/>
      <p:bldP spid="317" grpId="0"/>
      <p:bldP spid="318" grpId="0"/>
      <p:bldP spid="319" grpId="0"/>
      <p:bldP spid="441" grpId="0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Dựng cây từ xâu mã hóa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/>
                  <a:t>Đánh số các nút từ 0 tới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, đồng nhất nút ≡ chỉ số.</a:t>
                </a:r>
              </a:p>
              <a:p>
                <a:r>
                  <a:rPr lang="en-US"/>
                  <a:t>Khởi tạo stack rỗng chứa các nút</a:t>
                </a:r>
              </a:p>
              <a:p>
                <a:r>
                  <a:rPr lang="en-US"/>
                  <a:t>Duyệt xâu mã hóa từ phải qua trái, mỗi lần đọc ký tự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, tính luôn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: </a:t>
                </a:r>
              </a:p>
              <a:p>
                <a:pPr lvl="1"/>
                <a:r>
                  <a:rPr lang="en-US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US"/>
                  <a:t>, gán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/>
                  <a:t> (giá trị đặc biệt)</a:t>
                </a:r>
              </a:p>
              <a:p>
                <a:pPr lvl="1"/>
                <a:r>
                  <a:rPr lang="en-US"/>
                  <a:t>Nếu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&amp;</m:t>
                    </m:r>
                  </m:oMath>
                </a14:m>
                <a:r>
                  <a:rPr lang="en-US"/>
                  <a:t>, gán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/>
                  <a:t> lần lượt bằng 4 giá trị lấy ra từ stack</a:t>
                </a:r>
              </a:p>
              <a:p>
                <a:pPr lvl="1"/>
                <a:r>
                  <a:rPr lang="en-US"/>
                  <a:t>Đẩy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 vào stack.</a:t>
                </a:r>
              </a:p>
              <a:p>
                <a:r>
                  <a:rPr lang="en-US"/>
                  <a:t>Kết thúc: stack còn lại đúng 1 nút: nút gốc của cây biểu diễn ảnh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66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8F9F988A-CD45-4FB9-294F-73D7BCB43832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51F9751-132B-8E69-613E-07BBAE9FEF52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1964664-5D50-D3EE-9882-F46BE20BF2C4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420509E-06EC-96ED-4E89-87672937BCA0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7263F35-4B4C-9119-910A-201F373438FA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2119161-AF64-3B51-EAFD-3CF8FD36E954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0901A5F-1014-01C2-E853-4D10ACD09207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B134884-2F88-7AD1-33E4-4C51F1E0FA26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9B04E22-5F4C-9455-ED5A-3F6D2C3B662F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AA19397-265E-2FE9-4F10-C7B9B87CDA2B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2BEE7E7-F497-B558-ECFF-E62A150D6694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9A5126-689A-D0F3-3412-C70B7BD02BDE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24D5C1F-D925-B246-7412-94A60D7F7DE5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D55DA8-2011-E8D8-C751-B413A00EB766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1ADFCB-642B-0F5A-705D-0B1933AFFDA2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CE6C9AD6-C98D-E6C3-2AA1-C630BB0B51A2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359EAB2-C83D-E9CB-99E4-21DC21621571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5C0C358-BB18-5688-4473-87F16D893C53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B22FF-2A1E-F95E-0304-BF0983083220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359B1-06A0-CA8B-ECF5-133FDD196557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CFD7C-BFF0-F81A-9CDA-86A9FBC23A5A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825FAD-CCE1-8E12-6AE1-8A1E8AB06A15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188FD-4193-F893-BD0F-55AE3BBC096F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84E064-846B-1F4A-6181-53F2C1C3486E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C442B-E0CD-8F97-EA85-E0EF6688972F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55DB2C-0535-CF94-96A9-4C9FE3C000A6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5F792-87A5-CE8A-FAFE-A22FD91AF227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8A7B7-8152-405F-C8AC-A07875F009A0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942886-45D0-5936-5811-937B8BE7ED00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9254B-F451-9224-9F9A-60EE053FA55D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E0096-7564-D6C7-0E66-0286DAD53688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DEA81-7C48-87AF-25DE-AF95375EE382}"/>
              </a:ext>
            </a:extLst>
          </p:cNvPr>
          <p:cNvSpPr/>
          <p:nvPr/>
        </p:nvSpPr>
        <p:spPr>
          <a:xfrm>
            <a:off x="198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9736BD-30BB-7730-399F-3412102F2F20}"/>
              </a:ext>
            </a:extLst>
          </p:cNvPr>
          <p:cNvSpPr/>
          <p:nvPr/>
        </p:nvSpPr>
        <p:spPr>
          <a:xfrm>
            <a:off x="2743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9514BA-76DD-406D-6ADC-98F2CCF5A0D9}"/>
              </a:ext>
            </a:extLst>
          </p:cNvPr>
          <p:cNvSpPr/>
          <p:nvPr/>
        </p:nvSpPr>
        <p:spPr>
          <a:xfrm>
            <a:off x="3505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7F4E4-A558-70A0-71C7-171D36E52AD0}"/>
              </a:ext>
            </a:extLst>
          </p:cNvPr>
          <p:cNvSpPr/>
          <p:nvPr/>
        </p:nvSpPr>
        <p:spPr>
          <a:xfrm>
            <a:off x="4267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B8204-7812-79D4-6D14-666F2FAEBB59}"/>
              </a:ext>
            </a:extLst>
          </p:cNvPr>
          <p:cNvSpPr/>
          <p:nvPr/>
        </p:nvSpPr>
        <p:spPr>
          <a:xfrm>
            <a:off x="5029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F8CB8D-7D7C-2250-3BD3-9AEBE9B68B02}"/>
              </a:ext>
            </a:extLst>
          </p:cNvPr>
          <p:cNvSpPr/>
          <p:nvPr/>
        </p:nvSpPr>
        <p:spPr>
          <a:xfrm>
            <a:off x="579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EAC6F5-C38D-FEAC-D2FA-565FB956A7D4}"/>
              </a:ext>
            </a:extLst>
          </p:cNvPr>
          <p:cNvSpPr/>
          <p:nvPr/>
        </p:nvSpPr>
        <p:spPr>
          <a:xfrm>
            <a:off x="6553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FE014E-A9DA-A496-F7C1-76EC131F987C}"/>
              </a:ext>
            </a:extLst>
          </p:cNvPr>
          <p:cNvSpPr/>
          <p:nvPr/>
        </p:nvSpPr>
        <p:spPr>
          <a:xfrm>
            <a:off x="7315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50188-B7A9-90EE-7171-F8E85E8C444C}"/>
              </a:ext>
            </a:extLst>
          </p:cNvPr>
          <p:cNvSpPr/>
          <p:nvPr/>
        </p:nvSpPr>
        <p:spPr>
          <a:xfrm>
            <a:off x="8077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FC0D38-210B-8A41-C2B1-2E54A9F1EBEE}"/>
              </a:ext>
            </a:extLst>
          </p:cNvPr>
          <p:cNvSpPr/>
          <p:nvPr/>
        </p:nvSpPr>
        <p:spPr>
          <a:xfrm>
            <a:off x="8839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125BC3-D2CE-6156-5E5A-F9CD3CD4342F}"/>
              </a:ext>
            </a:extLst>
          </p:cNvPr>
          <p:cNvSpPr/>
          <p:nvPr/>
        </p:nvSpPr>
        <p:spPr>
          <a:xfrm>
            <a:off x="960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89C4B8-E8A2-4750-0B7E-6C36655A865F}"/>
              </a:ext>
            </a:extLst>
          </p:cNvPr>
          <p:cNvSpPr/>
          <p:nvPr/>
        </p:nvSpPr>
        <p:spPr>
          <a:xfrm>
            <a:off x="10363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6441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3.33333E-6 -0.30555 C 3.33333E-6 -0.44232 0.04307 -0.61111 0.07812 -0.61111 L 0.15625 -0.61111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25 -0.61111 L 0.15625 0.0555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-3.33333E-6 -0.30555 C -3.33333E-6 -0.44232 0.05751 -0.61111 0.10417 -0.61111 L 0.20834 -0.61111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834 -0.61111 L 0.20834 -0.03704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7.40741E-7 L 1.11022E-16 -0.30555 C 1.11022E-16 -0.44232 0.07183 -0.61111 0.13021 -0.61111 L 0.26042 -0.61111 " pathEditMode="relative" rAng="0" ptsTypes="AAAA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042 -0.61111 L 0.26042 -0.12963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3.33333E-6 -0.30555 C 3.33333E-6 -0.44232 0.08626 -0.61111 0.15625 -0.61111 L 0.3125 -0.61111 " pathEditMode="relative" rAng="0" ptsTypes="AAAA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25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25 -0.61111 L 0.3125 -0.2222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23BAC-09BF-A19B-337E-A820B315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D0A113A-BB79-CDB8-C630-A21C86885F76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51E0984-E356-6585-81BB-6F0384F0BB90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1FFB25-E89E-9652-6829-77DB7B35EC22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F3E7E3F-EC14-BEAD-6728-1DB0AEE329CC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8A61374-C3E5-6684-032A-B8A2BC8637E7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9F014B4-82C6-2C13-1F79-093B9C1AB852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E87A98-F1F9-183A-BABB-2A48BCE40576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ABD3B72-CC6D-B1B4-9276-26433BA7D5CD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D72941-43CA-701F-DCF6-54038ED9BA9A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19229AF-7260-D8D4-0775-933D754086B7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C7091A2-DAAB-F5E7-A3C6-348899A4A3A4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66A0618-2B52-ACD5-2A3C-B84DBBD65B19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74056B8-2B0D-1B1D-C32A-690B4340A691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DC9C17B-3460-09B2-0F20-7E633861EE60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AF277D6-E1A5-DD52-55DA-B2489597B4E3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EEEA5D7-5040-E3BA-5015-F5D913F1B2B4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DDC58E5C-C778-3B1A-DD7F-F1A5067358E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5C3DDCCD-46FA-C504-C60E-FD1F5C9B1A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14AF9F4C-4603-29E9-98B8-1860A4ADDA8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BB21571F-EC70-226B-670F-047972D550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6A77BE9-7040-2895-78ED-564E806DCCD1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6A77BE9-7040-2895-78ED-564E806DCC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E1C2123-2277-D75C-290B-B3B3F908729E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E1C2123-2277-D75C-290B-B3B3F90872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CE1CF24-0F2A-7A49-288D-5275B7DF84C2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CE1CF24-0F2A-7A49-288D-5275B7DF84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D60C6AA-36AE-3C8C-706D-B1047B0A4F3D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D60C6AA-36AE-3C8C-706D-B1047B0A4F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86DEBB4-8E38-2533-82D5-42A45303813E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81E43F24-5712-3FFC-C0FE-78868CE59498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26E47BC-1EB0-8A70-1908-957500581CDA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84EE6DF-653C-B96E-F63B-07336DCE992D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B3DF5-33F5-D0B0-DB83-D51695923DA0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ADE3D-B6F6-3A43-DCF7-A3C90C8C9A1D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53936B-7D60-F496-B7F1-EA7BEE9F8416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410FCB-043A-A9AB-5467-DFB71543E010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266DA-A9E1-5E7B-50ED-B750049A8DD3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437CE-19AD-0BAA-3983-2BC9C74AB899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9A5EB-6E78-F7B5-7032-F8AE4B40181B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2F109-57DE-3E9B-C81F-7E789773F257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0ED2A-30D4-C56F-E675-3B62FF8C6CE6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46157C-A128-0B2E-15B3-B25FA3AF2C36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15173B-CBBE-7390-A01E-6713C6312068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9A70D7-029A-6B72-03F2-76D376D577D1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3108C4-1B0E-8AD9-914B-52AF0CC3B910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57C79A-1451-319C-8CAA-2FA5B7BADD4F}"/>
              </a:ext>
            </a:extLst>
          </p:cNvPr>
          <p:cNvSpPr/>
          <p:nvPr/>
        </p:nvSpPr>
        <p:spPr>
          <a:xfrm>
            <a:off x="198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0B6877-51AD-16A2-D6B8-4E2F9B7C08C3}"/>
              </a:ext>
            </a:extLst>
          </p:cNvPr>
          <p:cNvSpPr/>
          <p:nvPr/>
        </p:nvSpPr>
        <p:spPr>
          <a:xfrm>
            <a:off x="2743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6F6F2B-AE72-27FB-5A0C-73AB936E6202}"/>
              </a:ext>
            </a:extLst>
          </p:cNvPr>
          <p:cNvSpPr/>
          <p:nvPr/>
        </p:nvSpPr>
        <p:spPr>
          <a:xfrm>
            <a:off x="3505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ADCCE-F062-697A-72CD-FD7719DF4E81}"/>
              </a:ext>
            </a:extLst>
          </p:cNvPr>
          <p:cNvSpPr/>
          <p:nvPr/>
        </p:nvSpPr>
        <p:spPr>
          <a:xfrm>
            <a:off x="4267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C119ED-B1A7-463A-C2D7-13A36E5E3E93}"/>
              </a:ext>
            </a:extLst>
          </p:cNvPr>
          <p:cNvSpPr/>
          <p:nvPr/>
        </p:nvSpPr>
        <p:spPr>
          <a:xfrm>
            <a:off x="5029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407ACB-85B1-60CF-1DE7-62BEF8957B73}"/>
              </a:ext>
            </a:extLst>
          </p:cNvPr>
          <p:cNvSpPr/>
          <p:nvPr/>
        </p:nvSpPr>
        <p:spPr>
          <a:xfrm>
            <a:off x="579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9F3640-F0F2-EEBB-1AC0-53FA409030C2}"/>
              </a:ext>
            </a:extLst>
          </p:cNvPr>
          <p:cNvSpPr/>
          <p:nvPr/>
        </p:nvSpPr>
        <p:spPr>
          <a:xfrm>
            <a:off x="6553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36498-64B8-69C5-4E84-07EB2AD03ED4}"/>
              </a:ext>
            </a:extLst>
          </p:cNvPr>
          <p:cNvSpPr/>
          <p:nvPr/>
        </p:nvSpPr>
        <p:spPr>
          <a:xfrm>
            <a:off x="7315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AF3ED7-A037-2353-718F-A2C78E70CE42}"/>
              </a:ext>
            </a:extLst>
          </p:cNvPr>
          <p:cNvSpPr/>
          <p:nvPr/>
        </p:nvSpPr>
        <p:spPr>
          <a:xfrm>
            <a:off x="12649200" y="3962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2D3E9-4590-AFAD-A3F1-7C94503D95DD}"/>
              </a:ext>
            </a:extLst>
          </p:cNvPr>
          <p:cNvSpPr/>
          <p:nvPr/>
        </p:nvSpPr>
        <p:spPr>
          <a:xfrm>
            <a:off x="1264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6982D86-6F54-35AD-F8C5-59E817CF9D06}"/>
              </a:ext>
            </a:extLst>
          </p:cNvPr>
          <p:cNvSpPr/>
          <p:nvPr/>
        </p:nvSpPr>
        <p:spPr>
          <a:xfrm>
            <a:off x="12649200" y="5486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3A3BE5-8D73-3975-73E0-A4D7718ED5AB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1291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-3.33333E-6 -0.3148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3.33333E-6 -0.3888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38889 L -0.15625 -0.38889 C -0.22624 -0.38889 -0.3125 -0.25598 -0.3125 -0.14815 L -0.3125 0.09259 " pathEditMode="relative" rAng="0" ptsTypes="AAAA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25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3.33333E-6 -0.48148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48148 L -0.13021 -0.48148 C -0.18859 -0.48148 -0.26042 -0.34857 -0.26042 -0.24074 L -0.26042 -1.11111E-6 " pathEditMode="relative" rAng="0" ptsTypes="AAAA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1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3.33333E-6 -0.5740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57407 L -0.10417 -0.57407 C -0.15083 -0.57407 -0.20834 -0.44116 -0.20834 -0.33333 L -0.20834 -0.09259 " pathEditMode="relative" rAng="0" ptsTypes="AAAA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17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3.33333E-6 -0.66667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66667 L -0.07813 -0.66667 C -0.11318 -0.66667 -0.15625 -0.53376 -0.15625 -0.42593 L -0.15625 -0.18519 " pathEditMode="relative" rAng="0" ptsTypes="AAAA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31481 L -3.33333E-6 -0.46296 C -3.33333E-6 -0.52951 0.10059 -0.61111 0.1823 -0.61111 L 0.36459 -0.61111 " pathEditMode="relative" rAng="0" ptsTypes="AAAA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29" y="-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459 -0.61111 L 0.36459 0.05556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6" grpId="2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913D-01BA-D633-AF50-94750B88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230FA35A-1CDC-3BD6-6216-CAE40B3FF97E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66726C4-2CA2-1CFB-928F-51D3831662B1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1E6A31C-B842-37A7-9304-94D41D60EAA0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0EDF24-008A-DA6D-DEAB-1B20C601687E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D3FD0F8-159E-3786-A52E-D0F03C529B0C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16F6AA9-12DF-733A-731E-9873D23931C0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67ACA3C-5A8F-7587-A265-BFB83DE6AF0C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9CB52DB-2E2E-74C0-8D3F-90342C98999F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F9CE5DA-CE35-90F1-53B3-CBAB22EBCDFD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849FFE2-2157-85D1-5569-ADDC741652EF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1F5CB71-8CAD-F1AE-7D68-38F048BE0C55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F09FC0C-447F-CB15-AB17-CE435D039868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A9995D-697D-E3D4-A8C6-34CA0DB9ECFD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B6DBC4E-C601-9CB3-AC3B-C4CC340A7E94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FE360A-6A7F-BD84-DC91-CFFD7D9E8FC5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C440E9D-2F97-E3BB-79FF-DAE5661876E1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C10FA3E1-CE17-54D5-99DD-2C0BD2442A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45632A1A-09D0-DF00-1887-84DD4B95151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6924F232-34DE-6279-9AF5-E4FB6D2C93A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30CE5292-A544-B081-EB68-68FD218FBBF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F573524-F722-E34E-CED3-4F079740CFBF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F573524-F722-E34E-CED3-4F079740CF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F13BC21-AF58-BA11-5C71-E8C40D2DE97A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F13BC21-AF58-BA11-5C71-E8C40D2DE9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032624-09E0-8D8D-0971-D34874D3B6C8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032624-09E0-8D8D-0971-D34874D3B6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C07D589-698F-352B-7BCA-CDDDB2F1CD54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CC07D589-698F-352B-7BCA-CDDDB2F1C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8E6EA09-40FE-0E7A-551C-DEAFC6165A87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099F06F3-5EC2-CFB1-941D-B94B9A4AE572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4BAA27-A91A-9DAA-312D-20CBD1473E56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46BA990-984E-2328-2A1C-CBB02BAAC98E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1DF06E-C434-23AD-2C5C-005C65747FCB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3591A-D1BB-25A4-DBA3-7D513069B8C3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0217CD-79F3-F03A-CE9A-5565831273D0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3F2B24-9F42-1252-0FD5-F0B6E7C47107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1D700-9EAE-F812-BE9C-01EFD2B95882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120FA5-581F-5AAC-55CE-1F0E8E00C903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F1E25F-AC8C-B1D5-F43E-AA9E166D2B7A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3B2067-C912-EAB3-A2D1-82D9C3E5B9A5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05C48-56E6-8094-B47F-E2F22EE2E507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6A3821-186E-8F8A-E721-9407B627C807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8D2183-7950-D471-F5FD-9516EB27CE9B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EC82D-C770-3C64-1AC7-E3367B59CA06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9DBD6-8959-04A7-5D9E-90003C7D3361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135A48-592C-3C2F-C1A7-05F3A6C5691A}"/>
              </a:ext>
            </a:extLst>
          </p:cNvPr>
          <p:cNvSpPr/>
          <p:nvPr/>
        </p:nvSpPr>
        <p:spPr>
          <a:xfrm>
            <a:off x="198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85E200-B0D7-AACD-0845-4FADE9010B69}"/>
              </a:ext>
            </a:extLst>
          </p:cNvPr>
          <p:cNvSpPr/>
          <p:nvPr/>
        </p:nvSpPr>
        <p:spPr>
          <a:xfrm>
            <a:off x="2743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85F1B-E950-877A-5DE9-E253283D7BB2}"/>
              </a:ext>
            </a:extLst>
          </p:cNvPr>
          <p:cNvSpPr/>
          <p:nvPr/>
        </p:nvSpPr>
        <p:spPr>
          <a:xfrm>
            <a:off x="3505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AB2239-6692-6840-082D-59398CD3DB13}"/>
              </a:ext>
            </a:extLst>
          </p:cNvPr>
          <p:cNvSpPr/>
          <p:nvPr/>
        </p:nvSpPr>
        <p:spPr>
          <a:xfrm>
            <a:off x="4267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4712F5-1CE1-0296-3972-B0CD8D8387B4}"/>
              </a:ext>
            </a:extLst>
          </p:cNvPr>
          <p:cNvSpPr/>
          <p:nvPr/>
        </p:nvSpPr>
        <p:spPr>
          <a:xfrm>
            <a:off x="5029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752779-9B41-D163-9DF2-A6887A4F3F06}"/>
              </a:ext>
            </a:extLst>
          </p:cNvPr>
          <p:cNvSpPr/>
          <p:nvPr/>
        </p:nvSpPr>
        <p:spPr>
          <a:xfrm>
            <a:off x="579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7B93E5-4F66-5EF3-7A11-E04732243C84}"/>
              </a:ext>
            </a:extLst>
          </p:cNvPr>
          <p:cNvSpPr/>
          <p:nvPr/>
        </p:nvSpPr>
        <p:spPr>
          <a:xfrm>
            <a:off x="6553200" y="5791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7330AE-83F2-4C09-93FD-A789F07D4DF1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0A3980-7002-5DF9-9F62-C9E1B414358C}"/>
              </a:ext>
            </a:extLst>
          </p:cNvPr>
          <p:cNvSpPr/>
          <p:nvPr/>
        </p:nvSpPr>
        <p:spPr>
          <a:xfrm>
            <a:off x="8077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F8FDF4-389B-FCED-EDE9-E14A9B50C846}"/>
              </a:ext>
            </a:extLst>
          </p:cNvPr>
          <p:cNvSpPr/>
          <p:nvPr/>
        </p:nvSpPr>
        <p:spPr>
          <a:xfrm>
            <a:off x="883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787093-7E5F-45DB-06C2-A7BFCD1A86BD}"/>
              </a:ext>
            </a:extLst>
          </p:cNvPr>
          <p:cNvSpPr/>
          <p:nvPr/>
        </p:nvSpPr>
        <p:spPr>
          <a:xfrm>
            <a:off x="960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5DABC9-311A-DEBF-E8F8-DFE70E1EFC53}"/>
              </a:ext>
            </a:extLst>
          </p:cNvPr>
          <p:cNvSpPr/>
          <p:nvPr/>
        </p:nvSpPr>
        <p:spPr>
          <a:xfrm>
            <a:off x="10363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677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-0.30555 C 0 -0.44232 0.11502 -0.61111 0.20833 -0.61111 L 0.41667 -0.61111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3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667 -0.61111 L 0.41667 -0.03704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3.33333E-6 -0.30555 C 3.33333E-6 -0.44232 0.12934 -0.61111 0.23437 -0.61111 L 0.46875 -0.61111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38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75 -0.61111 L 0.46875 -0.12963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-3.33333E-6 -0.30555 C -3.33333E-6 -0.44232 0.14378 -0.61111 0.26042 -0.61111 L 0.52084 -0.61111 " pathEditMode="relative" rAng="0" ptsTypes="AAAA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2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61111 L 0.52084 -0.22222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7.40741E-7 L 5.55112E-17 -0.30555 C 5.55112E-17 -0.44232 0.15809 -0.61111 0.28646 -0.61111 L 0.57292 -0.61111 " pathEditMode="relative" rAng="0" ptsTypes="AAAA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46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292 -0.61111 L 0.57292 -0.3148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3.33333E-6 -0.30555 C 3.33333E-6 -0.44232 0.17252 -0.61111 0.3125 -0.61111 L 0.625 -0.61111 " pathEditMode="relative" rAng="0" ptsTypes="AAAA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0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25 -0.61111 L 0.625 -0.4074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4FAF-3251-55D3-3B10-AF690E5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22212528-ADE6-7DA5-EA90-48D3A85292A1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03D99F4-FD53-0D0D-A09C-27B1B2AD76A8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14E45A-9E95-CB2E-6EA9-BCC88665E246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B579D55-26B3-044A-D526-7B8A34AA0EBB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059A408-45DD-48D5-E5DD-DC870518B451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F7B16A-1682-D35A-7A53-DED665296CC2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2B10694-790B-4700-25B5-5821D1569992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CF9BC4D-B805-F9E2-9141-2328D0E23CB3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60E6DA-09FE-3C27-A90B-619C4FF1B599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812D74E-2FD1-08B0-D0FF-EB38852AA141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80B333D-6481-A00F-AA4D-7DD4EB488916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2358299-EBD8-5517-83DC-0F3AE4E3AFDF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738EB6B-BF66-8FC2-2E0B-AA1CCB177604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37D5F2C-58E0-F73D-C561-B5EC6286BA66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CBC4E1B-82C4-F464-DCBE-F41E4AE3491A}"/>
              </a:ext>
            </a:extLst>
          </p:cNvPr>
          <p:cNvGrpSpPr/>
          <p:nvPr/>
        </p:nvGrpSpPr>
        <p:grpSpPr>
          <a:xfrm>
            <a:off x="3048000" y="3657600"/>
            <a:ext cx="3352800" cy="1066800"/>
            <a:chOff x="7010400" y="3657600"/>
            <a:chExt cx="3352800" cy="1066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0FEB7F4-E945-376C-4F2D-D344773B426C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590F3038-6716-F67F-69D9-23EB5D40B52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E94D1255-3E85-F5AE-7105-0C119D871A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59322C5D-E1C3-0794-C404-CEE4BFB3396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64A1C1BE-5A1C-2DD6-AA31-A53DA510B5E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4CD1EB4A-0C13-8BE1-DD0C-CC58AEB5E7B4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4CD1EB4A-0C13-8BE1-DD0C-CC58AEB5E7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1EFE53DA-1B69-8249-E543-5F45AB5D8C93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1EFE53DA-1B69-8249-E543-5F45AB5D8C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9906E15A-E8CD-A4FE-679C-107D886FA3AC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9906E15A-E8CD-A4FE-679C-107D886FA3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FBFDB23-E988-8966-513F-9873F386CB5D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FBFDB23-E988-8966-513F-9873F386C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475DFC-07E1-24DC-8B26-C028908DEBE9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BF5BAEB-B303-46D2-FA44-04B8AF437A81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162E75CA-D721-DE89-DBCA-E8620034CF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EBD5BB7F-A75F-2302-44CE-39A6224304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6DDC5216-7A3C-1059-6C91-417E78ED6AD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2E8EA1FE-EF50-82D2-40F7-5F8E2FEF44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7D1D18A-F01D-4735-1550-298E1B82AD59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7D1D18A-F01D-4735-1550-298E1B82AD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9A5E0ED-9A25-4099-F49F-08306EFC58F7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9A5E0ED-9A25-4099-F49F-08306EFC58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56B158F-826B-5A5F-2F15-AF8F0A0C0432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56B158F-826B-5A5F-2F15-AF8F0A0C04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723F394-E739-8A09-5457-49DD3F62BD9E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723F394-E739-8A09-5457-49DD3F62BD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618451-8103-58BE-F401-A4A993536B60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E8A4F780-FBDC-F2C0-5155-EE2BCA606332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5656D1-7CFD-5090-F386-6AEC70477AFC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3DED501-4251-2DFE-9FB5-28F05AC3FB9E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0BD6F-0934-8A99-779A-A96B4876A344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9C693-B041-2F15-7537-8778D49DC2D2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38BE3B-FDEF-2E2E-2454-921F60E71C76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92AD80-691A-B8A2-9D34-EEE6B1D5644E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49BDA3-97A4-B531-C992-A8D047396441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0B81C1-6CE4-8892-57A1-69CC7495CA15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7D4B0-A34C-2DEE-23BC-D75FC04A2CA3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5DE66A-8004-C0F8-29DA-C8EE684072DA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B015A2-15BB-96DE-88A0-369095F1B1C2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F226A-CEA2-D503-AAD8-AE455B5C62CE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FA1362-0BD4-A3D3-601F-0B4BD6F9958B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B41970-ABE7-ABE2-701F-179FAB0434CC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E0A249-E92C-01CE-2FE2-674C5CE6182A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15A522-C412-5CBF-8B73-70DBFD3A7B2D}"/>
              </a:ext>
            </a:extLst>
          </p:cNvPr>
          <p:cNvSpPr/>
          <p:nvPr/>
        </p:nvSpPr>
        <p:spPr>
          <a:xfrm>
            <a:off x="198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C9E267-8224-D884-BDD7-9AB2EB82E09A}"/>
              </a:ext>
            </a:extLst>
          </p:cNvPr>
          <p:cNvSpPr/>
          <p:nvPr/>
        </p:nvSpPr>
        <p:spPr>
          <a:xfrm>
            <a:off x="2743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6D6432-6E2E-01CE-EF1F-6A9E8A27E36A}"/>
              </a:ext>
            </a:extLst>
          </p:cNvPr>
          <p:cNvSpPr/>
          <p:nvPr/>
        </p:nvSpPr>
        <p:spPr>
          <a:xfrm>
            <a:off x="12649200" y="2438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8CFEF4-FF0A-7F30-7CA5-AA14965FDC65}"/>
              </a:ext>
            </a:extLst>
          </p:cNvPr>
          <p:cNvSpPr/>
          <p:nvPr/>
        </p:nvSpPr>
        <p:spPr>
          <a:xfrm>
            <a:off x="12649200" y="3200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1869E-5DE1-38A5-F0F8-D0AFAE4F1B06}"/>
              </a:ext>
            </a:extLst>
          </p:cNvPr>
          <p:cNvSpPr/>
          <p:nvPr/>
        </p:nvSpPr>
        <p:spPr>
          <a:xfrm>
            <a:off x="12649200" y="3962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DC746-3A24-0E87-F68A-51FD5ADD0154}"/>
              </a:ext>
            </a:extLst>
          </p:cNvPr>
          <p:cNvSpPr/>
          <p:nvPr/>
        </p:nvSpPr>
        <p:spPr>
          <a:xfrm>
            <a:off x="12649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BEC48A-3006-85A5-901F-43F11395EED6}"/>
              </a:ext>
            </a:extLst>
          </p:cNvPr>
          <p:cNvSpPr/>
          <p:nvPr/>
        </p:nvSpPr>
        <p:spPr>
          <a:xfrm>
            <a:off x="12649200" y="548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6563C8-C843-25DC-B95E-301B3C1FAC68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CFF9C0-B61B-F7CF-827D-873861676CD1}"/>
              </a:ext>
            </a:extLst>
          </p:cNvPr>
          <p:cNvSpPr/>
          <p:nvPr/>
        </p:nvSpPr>
        <p:spPr>
          <a:xfrm>
            <a:off x="8077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E483CD-F016-456F-E466-77BEB848709F}"/>
              </a:ext>
            </a:extLst>
          </p:cNvPr>
          <p:cNvSpPr/>
          <p:nvPr/>
        </p:nvSpPr>
        <p:spPr>
          <a:xfrm>
            <a:off x="883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80D0C7-D153-3B8C-753B-1B1151DC9B17}"/>
              </a:ext>
            </a:extLst>
          </p:cNvPr>
          <p:cNvSpPr/>
          <p:nvPr/>
        </p:nvSpPr>
        <p:spPr>
          <a:xfrm>
            <a:off x="960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9AAEFB-CFB5-2364-BEDE-64451437C11D}"/>
              </a:ext>
            </a:extLst>
          </p:cNvPr>
          <p:cNvSpPr/>
          <p:nvPr/>
        </p:nvSpPr>
        <p:spPr>
          <a:xfrm>
            <a:off x="10363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1092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-3.33333E-6 -0.3148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3.33333E-6 -0.203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2037 L -0.3125 -0.2037 C -0.45259 -0.2037 -0.625 -0.07079 -0.625 0.03704 L -0.625 0.27778 " pathEditMode="relative" rAng="0" ptsTypes="AAAA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0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3.33333E-6 -0.296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2963 L -0.28646 -0.2963 C -0.41483 -0.2963 -0.57292 -0.16339 -0.57292 -0.05556 L -0.57292 0.18518 " pathEditMode="relative" rAng="0" ptsTypes="AAAA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46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3.33333E-6 -0.38889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38889 L -0.26042 -0.38889 C -0.37728 -0.38889 -0.52084 -0.25598 -0.52084 -0.14815 L -0.52084 0.09259 " pathEditMode="relative" rAng="0" ptsTypes="AAAA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42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3.33333E-6 -0.48148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48148 L -0.23438 -0.48148 C -0.33941 -0.48148 -0.46875 -0.34857 -0.46875 -0.24074 L -0.46875 -1.11111E-6 " pathEditMode="relative" rAng="0" ptsTypes="AAAA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38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31481 L -3.33333E-6 -0.46296 C -3.33333E-6 -0.52932 0.18685 -0.61111 0.33855 -0.61111 L 0.67709 -0.61111 " pathEditMode="relative" rAng="0" ptsTypes="AAAA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4" y="-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7709 -0.61111 L 0.67709 -0.1296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68D4-B314-9349-C9C8-EFF0240D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9760601-660E-97CA-253B-0856321F4679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EC1C47E-5342-4EB2-9C0C-CD1478D9A990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244FE26-154E-08A4-6788-95F228B26B4F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86A81EA-C9F6-6B11-DE7D-674112D031F5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8617EF-EC2D-3672-824D-0F704D3318C3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B2158C9-0A5E-D4E6-836A-D0F085276379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93AB613-BF5E-69B1-AA7E-A4FA6549717D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85B1138-348A-D66C-1EE0-E863EBB0BB7E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3922142-EF98-3C92-9653-248BF1E86B98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EB1A8AC-F8A6-FF25-AB43-6A2C256F07CD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90A2BF-E033-2D34-EA85-0ABB287432B2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CFA2245-B6CE-1D3D-8BC9-28587CAF5E8A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3A918F4-5E10-66D0-8CB7-2236BA552158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44C6D6F-083D-656E-2F14-67285259DECB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5D74BAD-ED5E-2336-B708-6A5816B746D6}"/>
              </a:ext>
            </a:extLst>
          </p:cNvPr>
          <p:cNvGrpSpPr/>
          <p:nvPr/>
        </p:nvGrpSpPr>
        <p:grpSpPr>
          <a:xfrm>
            <a:off x="3048000" y="3657600"/>
            <a:ext cx="3352800" cy="1066800"/>
            <a:chOff x="7010400" y="3657600"/>
            <a:chExt cx="3352800" cy="1066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85A587A-74DB-A0BB-5937-3A3643D4649C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7A297E2F-6892-6127-FBDD-A29A16DE911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ACF0DD4B-D961-1036-CB9D-6D32598A442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2B6F3946-DAE1-0CAA-B933-4FEFD31C59A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0BB842C2-071D-8FFD-27F0-24EE96C38F0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7EFE159-91CC-EDF4-ABDF-0D37F6F1A858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D7EFE159-91CC-EDF4-ABDF-0D37F6F1A8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FDA59FE1-78AA-F755-57CD-C532240B03B9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FDA59FE1-78AA-F755-57CD-C532240B03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3D8389B-C473-EB67-C179-F7DC109AF1A9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3D8389B-C473-EB67-C179-F7DC109AF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2EC8D70-DE24-16F0-7079-BA80B3ACB790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2EC8D70-DE24-16F0-7079-BA80B3ACB7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C6D1673-4F53-E863-52FC-9D1532A34927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75A44CA-3FBB-10C9-083D-F0DAD0CF86E0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6BB0C51F-A3D4-0A68-5268-729C195A543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F414D6D2-4993-0723-CC19-8E59FCC2D36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851D2765-0357-A9FD-169C-1E8E2D5751B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4EB93BCA-27B7-6DAB-5E7E-2AE953C667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4021C2B-53D3-32ED-58B3-6293948B1358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4021C2B-53D3-32ED-58B3-6293948B1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E2D257F-1F7B-0BBE-7E49-E12DC4DF3E01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8E2D257F-1F7B-0BBE-7E49-E12DC4DF3E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0D8CD03-A3FD-1440-18B8-B4FAC8B062D3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0D8CD03-A3FD-1440-18B8-B4FAC8B062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6F2C311-FE9A-5EB9-D4DF-98B04C145E7B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A6F2C311-FE9A-5EB9-D4DF-98B04C145E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418722-7458-50B0-F923-D3E23C2338E3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99AE0A0C-2A58-546B-34BE-FEAD11D541D2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D29A6FC-EC58-1B93-A166-150EF91A6FE6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CFC811B-0B05-0DD2-45C2-B8AFD08A1A17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A494-1B37-DC96-69F5-8875866BA76F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20691-501C-5654-DB3F-EEAF211BAFAB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2E331F-5C16-2E2A-5364-54B4CFE0281D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D9C99-16A1-01D3-5141-C551C88BF137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E947E6-CE0A-AF6C-AAC1-9EAD5F991358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F3E2FE-32AC-CD3A-AAFC-0964B020DCE0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5D7573-0F22-BC46-4FDB-36FE36678FAC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06C353-288E-E872-33C4-9EB737ED56FF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E4E5D-F1C8-E810-1018-B904F550DF0A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ECBD8-3FA2-B37A-3C39-52CAB29CD75D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A2E9F2-39B4-1643-56D3-78F65CEC5FC4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F69A76-E800-AD52-8AD2-0F9F613212CB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41655F-3ECE-FE6D-C153-26494CED6E60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16BE6-9A64-815B-F1CD-332978F288A5}"/>
              </a:ext>
            </a:extLst>
          </p:cNvPr>
          <p:cNvSpPr/>
          <p:nvPr/>
        </p:nvSpPr>
        <p:spPr>
          <a:xfrm>
            <a:off x="1981200" y="5791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657154-E4E3-E9C5-C6BF-B2DD3B13DDC6}"/>
              </a:ext>
            </a:extLst>
          </p:cNvPr>
          <p:cNvSpPr/>
          <p:nvPr/>
        </p:nvSpPr>
        <p:spPr>
          <a:xfrm>
            <a:off x="12649200" y="4724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2E9993-D10B-8BD0-BAEA-B111FA768211}"/>
              </a:ext>
            </a:extLst>
          </p:cNvPr>
          <p:cNvSpPr/>
          <p:nvPr/>
        </p:nvSpPr>
        <p:spPr>
          <a:xfrm>
            <a:off x="3505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73E53C-B23D-9F9E-5515-090E5F5D1464}"/>
              </a:ext>
            </a:extLst>
          </p:cNvPr>
          <p:cNvSpPr/>
          <p:nvPr/>
        </p:nvSpPr>
        <p:spPr>
          <a:xfrm>
            <a:off x="4267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C7760-EB2F-5FF5-689F-AFE3B41EBAA1}"/>
              </a:ext>
            </a:extLst>
          </p:cNvPr>
          <p:cNvSpPr/>
          <p:nvPr/>
        </p:nvSpPr>
        <p:spPr>
          <a:xfrm>
            <a:off x="502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22240-09AE-E8C6-79A5-5A115CD57B8E}"/>
              </a:ext>
            </a:extLst>
          </p:cNvPr>
          <p:cNvSpPr/>
          <p:nvPr/>
        </p:nvSpPr>
        <p:spPr>
          <a:xfrm>
            <a:off x="579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2D9945-9A88-8358-5601-C3296BACD229}"/>
              </a:ext>
            </a:extLst>
          </p:cNvPr>
          <p:cNvSpPr/>
          <p:nvPr/>
        </p:nvSpPr>
        <p:spPr>
          <a:xfrm>
            <a:off x="12649200" y="548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923E71-BA2D-628A-23FC-94FCBCF44010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85533-571C-D995-4940-3C0D2ABB8A5F}"/>
              </a:ext>
            </a:extLst>
          </p:cNvPr>
          <p:cNvSpPr/>
          <p:nvPr/>
        </p:nvSpPr>
        <p:spPr>
          <a:xfrm>
            <a:off x="8077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6AB9DF-A4F3-C719-23CA-F26415733F55}"/>
              </a:ext>
            </a:extLst>
          </p:cNvPr>
          <p:cNvSpPr/>
          <p:nvPr/>
        </p:nvSpPr>
        <p:spPr>
          <a:xfrm>
            <a:off x="883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01E639-D05D-1DDE-AECB-E3476DEF39ED}"/>
              </a:ext>
            </a:extLst>
          </p:cNvPr>
          <p:cNvSpPr/>
          <p:nvPr/>
        </p:nvSpPr>
        <p:spPr>
          <a:xfrm>
            <a:off x="960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F62FFB-DCE3-BBF3-A0D6-D8C0FA852C54}"/>
              </a:ext>
            </a:extLst>
          </p:cNvPr>
          <p:cNvSpPr/>
          <p:nvPr/>
        </p:nvSpPr>
        <p:spPr>
          <a:xfrm>
            <a:off x="10363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0322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7.40741E-7 L 2.77556E-17 -0.30555 C 2.77556E-17 -0.44232 0.20128 -0.61111 0.36458 -0.61111 L 0.72917 -0.61111 " pathEditMode="relative" rAng="0" ptsTypes="AAAA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58" y="-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2917 -0.61111 L 0.72917 -0.22222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FB89-F552-2627-2297-772EE82C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F3CB906F-A2C8-09A6-2838-603CB4F29C9D}"/>
              </a:ext>
            </a:extLst>
          </p:cNvPr>
          <p:cNvGrpSpPr/>
          <p:nvPr/>
        </p:nvGrpSpPr>
        <p:grpSpPr>
          <a:xfrm>
            <a:off x="1524000" y="2133599"/>
            <a:ext cx="6400800" cy="1066800"/>
            <a:chOff x="1524000" y="2133599"/>
            <a:chExt cx="6400800" cy="1066800"/>
          </a:xfrm>
        </p:grpSpPr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84124B5A-DECF-DF68-BCB5-D92E5C80E93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447800" y="2362199"/>
              <a:ext cx="914400" cy="762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715BC39B-DEEA-9CC6-ADA6-16BD32ABFB5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28800" y="1981199"/>
              <a:ext cx="914400" cy="1524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DA9C191A-F5FE-2925-69F2-406F1F2FC2D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33800" y="76199"/>
              <a:ext cx="914400" cy="5334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0C01F140-7FE8-4D8D-B994-D13DC2EEA25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114800" y="-304801"/>
              <a:ext cx="914400" cy="6096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BDCF3DAE-0399-50E6-BBB7-442EA8E41B0B}"/>
                    </a:ext>
                  </a:extLst>
                </p:cNvPr>
                <p:cNvSpPr/>
                <p:nvPr/>
              </p:nvSpPr>
              <p:spPr>
                <a:xfrm>
                  <a:off x="1981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BDCF3DAE-0399-50E6-BBB7-442EA8E41B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2133599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43D0EA9-52BA-320B-0E74-87DA81F1E884}"/>
                    </a:ext>
                  </a:extLst>
                </p:cNvPr>
                <p:cNvSpPr/>
                <p:nvPr/>
              </p:nvSpPr>
              <p:spPr>
                <a:xfrm>
                  <a:off x="2743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43D0EA9-52BA-320B-0E74-87DA81F1E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3200" y="2133599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E967920-A45E-9579-2A90-B8962615D92E}"/>
                    </a:ext>
                  </a:extLst>
                </p:cNvPr>
                <p:cNvSpPr/>
                <p:nvPr/>
              </p:nvSpPr>
              <p:spPr>
                <a:xfrm>
                  <a:off x="6553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1E967920-A45E-9579-2A90-B8962615D9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2133599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E805DE6-20CA-527D-0C4D-71E981B18A2E}"/>
                    </a:ext>
                  </a:extLst>
                </p:cNvPr>
                <p:cNvSpPr/>
                <p:nvPr/>
              </p:nvSpPr>
              <p:spPr>
                <a:xfrm>
                  <a:off x="7315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E805DE6-20CA-527D-0C4D-71E981B18A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2133599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B404828-D20A-4A0A-6818-61FACB5D9A3C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43AEE0C-4D8F-CA25-9BCF-A4873F8398F9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CD2A4EE-B3B7-CF9A-6587-BB939B45ADB2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09F04D2-6F82-EEB0-8BFB-8E172335B3D8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3CF11D8-D113-003B-C99D-8A3BC2D817F8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98F5155-2EE2-A4BE-A8B2-835322FE53AF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391FE3A-7247-8867-E285-60EB8759B71C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048845F-F537-2D93-519B-9C33EF66F7E4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C4872BE-6AD5-5EEF-8369-2D490C7C6997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1CD8998-42AD-860C-5CFC-A9410A2BC1DD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D8E9994-B112-195F-8854-926D3F79197F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F9635CF-67DF-3DE1-A5F2-6071A377AC3C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5E8E20A-9E09-D9A1-1ED4-8A6D0993BD54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2B56A24-FC70-EBC6-CC19-A52B5B7FC41F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F82B20-058A-C5B0-0E71-E8910353895C}"/>
              </a:ext>
            </a:extLst>
          </p:cNvPr>
          <p:cNvGrpSpPr/>
          <p:nvPr/>
        </p:nvGrpSpPr>
        <p:grpSpPr>
          <a:xfrm>
            <a:off x="3048000" y="3657600"/>
            <a:ext cx="3352800" cy="1066800"/>
            <a:chOff x="7010400" y="3657600"/>
            <a:chExt cx="3352800" cy="1066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4BAA9A5-766C-0650-56F3-EA2471F27953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EE5F1EFC-2649-394C-B422-6FE435A1F2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D5D9A40B-4C6D-9A8B-DB51-F7643AEA257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6499452D-8395-CDA5-601E-9DE68DA8329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3C4938FB-92F6-14D3-794B-5E1C5164552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4D62535-806E-47CC-F41D-D0B405BBE1BA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4D62535-806E-47CC-F41D-D0B405BBE1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B0A4835-4A00-EE81-87B8-43DF3629E4D7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B0A4835-4A00-EE81-87B8-43DF3629E4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2E6DB17D-83C2-70B4-DB41-A195C43AD7B7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2E6DB17D-83C2-70B4-DB41-A195C43AD7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31CB2A4-5D23-52D8-74E7-FD9308D7EF39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31CB2A4-5D23-52D8-74E7-FD9308D7EF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2A1F9-4032-1727-3DCA-C76B50A38137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2613ED-088C-33B8-8E94-F065410CF95A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4B16D5F9-0D84-C16F-C0D8-F08D86A4155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BE7488EB-8C9B-A9AD-5A40-632A4EA337F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B04B6A12-F6F5-AD0F-F56A-09C2869100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0AAF518D-7C99-B920-C8FD-D44D29A554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DDA15CB-428D-E2F5-C3F3-631BE0EA100B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CDDA15CB-428D-E2F5-C3F3-631BE0EA10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34AADF-93D0-290C-0A7A-86A2E8D358ED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634AADF-93D0-290C-0A7A-86A2E8D358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FBCBE-F83E-9B32-8BFD-DAE8CFCA1094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65FBCBE-F83E-9B32-8BFD-DAE8CFCA10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CA84B11-EB3D-3285-D8AC-55733F618DA0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CA84B11-EB3D-3285-D8AC-55733F618D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5C8D2D-1937-A3F4-3676-AF3615FE000D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C04DB799-7B6C-304D-5FE3-2BA5770F6CA2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ED2CA7-A80E-1F0A-181C-E2BEA320045E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264A620-32B8-F6F2-C346-3FAE23352DF4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3540B-9A24-2F1A-BEC3-205BA203DAC2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D64BB8-7F48-E7CD-0018-92BDF99A840B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C8616-C7E7-CF07-304D-19B7CF54342C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C3302-22B9-6CA8-9D08-AC7B58522357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4C246-1800-827D-8A2F-C19070EC5E24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D45D2-0E4C-5247-ABD0-E7C7FA4F2005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C65223-BFC5-F040-6BDC-0518E5860540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5931E-45B1-97E7-7F32-897A6E5253CB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E178AB-0DAE-442D-A3B9-36C9D7F68193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1F763-E4C3-2CE8-0CBC-A203DD5A3E50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EABAA0-B4B7-E112-7D17-776673D7C133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7118BA-5645-FCCC-7B41-0F7423A04F96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5C18AE-9666-378D-8406-8B56DFC64CE6}"/>
              </a:ext>
            </a:extLst>
          </p:cNvPr>
          <p:cNvSpPr/>
          <p:nvPr/>
        </p:nvSpPr>
        <p:spPr>
          <a:xfrm>
            <a:off x="1219200" y="5791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2685A-E0E5-475E-0BB6-8ADF9ADFB029}"/>
              </a:ext>
            </a:extLst>
          </p:cNvPr>
          <p:cNvSpPr/>
          <p:nvPr/>
        </p:nvSpPr>
        <p:spPr>
          <a:xfrm>
            <a:off x="12649200" y="3962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B9522D-B0A4-EE9B-4B99-EC499C589AFF}"/>
              </a:ext>
            </a:extLst>
          </p:cNvPr>
          <p:cNvSpPr/>
          <p:nvPr/>
        </p:nvSpPr>
        <p:spPr>
          <a:xfrm>
            <a:off x="12649200" y="4724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66C469-6F45-6690-28A9-89CDC5D19DB9}"/>
              </a:ext>
            </a:extLst>
          </p:cNvPr>
          <p:cNvSpPr/>
          <p:nvPr/>
        </p:nvSpPr>
        <p:spPr>
          <a:xfrm>
            <a:off x="3505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077A2-7A68-AA75-2172-ED2A8F4B2560}"/>
              </a:ext>
            </a:extLst>
          </p:cNvPr>
          <p:cNvSpPr/>
          <p:nvPr/>
        </p:nvSpPr>
        <p:spPr>
          <a:xfrm>
            <a:off x="4267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4E00A-6446-1B33-5D88-D402015A2873}"/>
              </a:ext>
            </a:extLst>
          </p:cNvPr>
          <p:cNvSpPr/>
          <p:nvPr/>
        </p:nvSpPr>
        <p:spPr>
          <a:xfrm>
            <a:off x="502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470A81-F50A-0D78-17C0-BCF3F5E0135B}"/>
              </a:ext>
            </a:extLst>
          </p:cNvPr>
          <p:cNvSpPr/>
          <p:nvPr/>
        </p:nvSpPr>
        <p:spPr>
          <a:xfrm>
            <a:off x="579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D66CD4-C7A9-FA26-F61A-3A909D73C3E4}"/>
              </a:ext>
            </a:extLst>
          </p:cNvPr>
          <p:cNvSpPr/>
          <p:nvPr/>
        </p:nvSpPr>
        <p:spPr>
          <a:xfrm>
            <a:off x="12649200" y="5486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A0DFC2-76E0-DB33-978A-4382DA727E4F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7EDF1B-D118-A37E-A252-2B28119260B5}"/>
              </a:ext>
            </a:extLst>
          </p:cNvPr>
          <p:cNvSpPr/>
          <p:nvPr/>
        </p:nvSpPr>
        <p:spPr>
          <a:xfrm>
            <a:off x="8077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78BF12-15BF-9CBF-C15E-A0C7804DB01D}"/>
              </a:ext>
            </a:extLst>
          </p:cNvPr>
          <p:cNvSpPr/>
          <p:nvPr/>
        </p:nvSpPr>
        <p:spPr>
          <a:xfrm>
            <a:off x="883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50F88B-1DA2-632A-3E70-334003FD24C6}"/>
              </a:ext>
            </a:extLst>
          </p:cNvPr>
          <p:cNvSpPr/>
          <p:nvPr/>
        </p:nvSpPr>
        <p:spPr>
          <a:xfrm>
            <a:off x="960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36652A-F5FA-04D9-EFBD-19114B8A3BDF}"/>
              </a:ext>
            </a:extLst>
          </p:cNvPr>
          <p:cNvSpPr/>
          <p:nvPr/>
        </p:nvSpPr>
        <p:spPr>
          <a:xfrm>
            <a:off x="10363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189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7.40741E-7 L 3.33333E-6 -0.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3.33333E-6 -0.38889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38889 L -0.36459 -0.38889 C -0.52789 -0.38889 -0.72917 -0.3071 -0.72917 -0.24074 L -0.72917 -0.09259 " pathEditMode="relative" rAng="0" ptsTypes="AAAA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458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3.33333E-6 -0.48148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48148 L -0.33854 -0.48148 C -0.49024 -0.48148 -0.67709 -0.39969 -0.67709 -0.33333 L -0.67709 -0.18518 " pathEditMode="relative" rAng="0" ptsTypes="AAAA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4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3.33333E-6 -0.5740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57407 L -0.20834 -0.57407 C -0.30187 -0.57407 -0.41667 -0.49247 -0.41667 -0.42592 L -0.41667 -0.27777 " pathEditMode="relative" rAng="0" ptsTypes="AAAA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3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3.33333E-6 -0.66667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66667 L -0.18229 -0.66667 C -0.264 -0.66667 -0.36459 -0.58507 -0.36459 -0.51852 L -0.36459 -0.37037 " pathEditMode="relative" rAng="0" ptsTypes="AAAA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29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5 L 3.33333E-6 -0.55555 C 3.33333E-6 -0.58044 0.2156 -0.61111 0.39062 -0.61111 L 0.78125 -0.61111 " pathEditMode="relative" rAng="0" ptsTypes="AAAA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3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125 -0.61111 L 0.78125 0.05556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20" grpId="0" animBg="1"/>
      <p:bldP spid="20" grpId="1" animBg="1"/>
      <p:bldP spid="25" grpId="0" animBg="1"/>
      <p:bldP spid="25" grpId="1" animBg="1"/>
      <p:bldP spid="26" grpId="0" animBg="1"/>
      <p:bldP spid="26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0A23-9406-4DBE-0F6F-6ED61737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CB899548-A684-40E9-1BDB-FE0402FAE1D3}"/>
              </a:ext>
            </a:extLst>
          </p:cNvPr>
          <p:cNvGrpSpPr/>
          <p:nvPr/>
        </p:nvGrpSpPr>
        <p:grpSpPr>
          <a:xfrm>
            <a:off x="1524000" y="2133599"/>
            <a:ext cx="6400800" cy="1066800"/>
            <a:chOff x="1524000" y="2133599"/>
            <a:chExt cx="6400800" cy="1066800"/>
          </a:xfrm>
        </p:grpSpPr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A220F688-2107-F723-377A-B5B8FDB10BB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447800" y="2362199"/>
              <a:ext cx="914400" cy="762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: Elbow 67">
              <a:extLst>
                <a:ext uri="{FF2B5EF4-FFF2-40B4-BE49-F238E27FC236}">
                  <a16:creationId xmlns:a16="http://schemas.microsoft.com/office/drawing/2014/main" id="{8A7F0677-3149-4DBA-DEE2-FDD8A9353FD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28800" y="1981199"/>
              <a:ext cx="914400" cy="1524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1C6C1DF6-DD22-C334-E0FC-D637D7C3322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733800" y="76199"/>
              <a:ext cx="914400" cy="5334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173A5D36-D2FD-363F-9E6B-C5B20B42433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114800" y="-304801"/>
              <a:ext cx="914400" cy="6096000"/>
            </a:xfrm>
            <a:prstGeom prst="bentConnector3">
              <a:avLst/>
            </a:prstGeom>
            <a:ln w="63500" cap="flat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8586206-89E9-9266-5E7E-9A42A499653D}"/>
                    </a:ext>
                  </a:extLst>
                </p:cNvPr>
                <p:cNvSpPr/>
                <p:nvPr/>
              </p:nvSpPr>
              <p:spPr>
                <a:xfrm>
                  <a:off x="1981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78586206-89E9-9266-5E7E-9A42A49965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2133599"/>
                  <a:ext cx="6096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975FED0-7B9E-5042-6138-03AE94A7D8A7}"/>
                    </a:ext>
                  </a:extLst>
                </p:cNvPr>
                <p:cNvSpPr/>
                <p:nvPr/>
              </p:nvSpPr>
              <p:spPr>
                <a:xfrm>
                  <a:off x="2743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D975FED0-7B9E-5042-6138-03AE94A7D8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3200" y="2133599"/>
                  <a:ext cx="6096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C40EEC63-A51A-68A4-BD77-0A33B1E680D7}"/>
                    </a:ext>
                  </a:extLst>
                </p:cNvPr>
                <p:cNvSpPr/>
                <p:nvPr/>
              </p:nvSpPr>
              <p:spPr>
                <a:xfrm>
                  <a:off x="6553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C40EEC63-A51A-68A4-BD77-0A33B1E68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2133599"/>
                  <a:ext cx="6096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0C05BE18-EAE6-74C6-8B96-AF3274836EFF}"/>
                    </a:ext>
                  </a:extLst>
                </p:cNvPr>
                <p:cNvSpPr/>
                <p:nvPr/>
              </p:nvSpPr>
              <p:spPr>
                <a:xfrm>
                  <a:off x="7315200" y="2133599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0C05BE18-EAE6-74C6-8B96-AF3274836E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2133599"/>
                  <a:ext cx="609600" cy="6096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4BC41C3-B441-F382-94A1-9B852990C50E}"/>
              </a:ext>
            </a:extLst>
          </p:cNvPr>
          <p:cNvGrpSpPr/>
          <p:nvPr/>
        </p:nvGrpSpPr>
        <p:grpSpPr>
          <a:xfrm>
            <a:off x="1219200" y="5791200"/>
            <a:ext cx="9753600" cy="609600"/>
            <a:chOff x="1371600" y="1676400"/>
            <a:chExt cx="9753600" cy="609600"/>
          </a:xfrm>
          <a:noFill/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C3CF6D9-8DAA-9DBD-5D6C-5818A1D72E5F}"/>
                </a:ext>
              </a:extLst>
            </p:cNvPr>
            <p:cNvSpPr/>
            <p:nvPr/>
          </p:nvSpPr>
          <p:spPr>
            <a:xfrm>
              <a:off x="137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0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9B60720-4288-2541-FC93-1D5DCA16324E}"/>
                </a:ext>
              </a:extLst>
            </p:cNvPr>
            <p:cNvSpPr/>
            <p:nvPr/>
          </p:nvSpPr>
          <p:spPr>
            <a:xfrm>
              <a:off x="213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7C9DA9F-A37E-5B5E-2BA3-44F0F8637661}"/>
                </a:ext>
              </a:extLst>
            </p:cNvPr>
            <p:cNvSpPr/>
            <p:nvPr/>
          </p:nvSpPr>
          <p:spPr>
            <a:xfrm>
              <a:off x="289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2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1FFFF0-F013-1CF7-1D01-E4D0A94836FA}"/>
                </a:ext>
              </a:extLst>
            </p:cNvPr>
            <p:cNvSpPr/>
            <p:nvPr/>
          </p:nvSpPr>
          <p:spPr>
            <a:xfrm>
              <a:off x="365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978816E-FAFB-8205-FFEF-132D2DB2A2C6}"/>
                </a:ext>
              </a:extLst>
            </p:cNvPr>
            <p:cNvSpPr/>
            <p:nvPr/>
          </p:nvSpPr>
          <p:spPr>
            <a:xfrm>
              <a:off x="441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4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41D0DDD-E13B-1062-4C1F-FB90CE72EDDD}"/>
                </a:ext>
              </a:extLst>
            </p:cNvPr>
            <p:cNvSpPr/>
            <p:nvPr/>
          </p:nvSpPr>
          <p:spPr>
            <a:xfrm>
              <a:off x="518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59AB744-F213-E456-52CD-162D195803FE}"/>
                </a:ext>
              </a:extLst>
            </p:cNvPr>
            <p:cNvSpPr/>
            <p:nvPr/>
          </p:nvSpPr>
          <p:spPr>
            <a:xfrm>
              <a:off x="594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24B65C7-E1D3-F5C9-55FA-0F6AC275B35D}"/>
                </a:ext>
              </a:extLst>
            </p:cNvPr>
            <p:cNvSpPr/>
            <p:nvPr/>
          </p:nvSpPr>
          <p:spPr>
            <a:xfrm>
              <a:off x="670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7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6BACDD-F04C-48CD-0E11-4D182629B0B3}"/>
                </a:ext>
              </a:extLst>
            </p:cNvPr>
            <p:cNvSpPr/>
            <p:nvPr/>
          </p:nvSpPr>
          <p:spPr>
            <a:xfrm>
              <a:off x="7467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8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3D4FEC4-621F-F0EB-F8CD-8C7A7B4598D7}"/>
                </a:ext>
              </a:extLst>
            </p:cNvPr>
            <p:cNvSpPr/>
            <p:nvPr/>
          </p:nvSpPr>
          <p:spPr>
            <a:xfrm>
              <a:off x="8229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9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756377A-6A9C-F6BA-815C-250521EF0117}"/>
                </a:ext>
              </a:extLst>
            </p:cNvPr>
            <p:cNvSpPr/>
            <p:nvPr/>
          </p:nvSpPr>
          <p:spPr>
            <a:xfrm>
              <a:off x="8991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96C560A-F85D-E8DA-ECFB-7DFCB42B9B3A}"/>
                </a:ext>
              </a:extLst>
            </p:cNvPr>
            <p:cNvSpPr/>
            <p:nvPr/>
          </p:nvSpPr>
          <p:spPr>
            <a:xfrm>
              <a:off x="9753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22B2F6D-E3EB-D3C0-5696-36DF476B6784}"/>
                </a:ext>
              </a:extLst>
            </p:cNvPr>
            <p:cNvSpPr/>
            <p:nvPr/>
          </p:nvSpPr>
          <p:spPr>
            <a:xfrm>
              <a:off x="10515600" y="1676400"/>
              <a:ext cx="609600" cy="609600"/>
            </a:xfrm>
            <a:prstGeom prst="rect">
              <a:avLst/>
            </a:prstGeom>
            <a:grpFill/>
            <a:ln w="25400" cap="flat">
              <a:noFill/>
              <a:prstDash val="solid"/>
              <a:miter/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3200">
                  <a:latin typeface="LMHMono" panose="02000009000000000000" pitchFamily="49" charset="0"/>
                  <a:ea typeface="LMHMono" panose="02000009000000000000" pitchFamily="49" charset="0"/>
                </a:rPr>
                <a:t>12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8111F9-5231-ED68-A8B9-EF5D51500E4F}"/>
              </a:ext>
            </a:extLst>
          </p:cNvPr>
          <p:cNvGrpSpPr/>
          <p:nvPr/>
        </p:nvGrpSpPr>
        <p:grpSpPr>
          <a:xfrm>
            <a:off x="3048000" y="3657600"/>
            <a:ext cx="3352800" cy="1066800"/>
            <a:chOff x="7010400" y="3657600"/>
            <a:chExt cx="3352800" cy="106680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ABAFFEE-429D-F26F-5FD4-E3A0855647C5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7FE74926-E4D5-620D-4AF5-8BC68309ED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4F84EAED-A7D7-3D22-1DF2-2EC162B1A6D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564C6B30-E8AE-B1B3-8CEB-A02107307A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1B7F8FC4-0C4A-FCB1-0951-9B50F5E1C9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9DBF4ED-689F-31D7-6481-72E65DA03D03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9DBF4ED-689F-31D7-6481-72E65DA03D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07FC61D-9EAE-3B72-E672-5E03666175DD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07FC61D-9EAE-3B72-E672-5E03666175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260EE8FA-841E-B354-9028-4897DECE6333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260EE8FA-841E-B354-9028-4897DECE63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CFBFAF8-D498-E8DE-C131-F19236152BDF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CFBFAF8-D498-E8DE-C131-F19236152B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82706D7-7436-AB43-0041-993E66220844}"/>
              </a:ext>
            </a:extLst>
          </p:cNvPr>
          <p:cNvGrpSpPr/>
          <p:nvPr/>
        </p:nvGrpSpPr>
        <p:grpSpPr>
          <a:xfrm>
            <a:off x="7620000" y="3657600"/>
            <a:ext cx="3352800" cy="1066800"/>
            <a:chOff x="7010400" y="3657600"/>
            <a:chExt cx="3352800" cy="1066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FEDECB-879F-0298-91A5-C8943ECC1DF0}"/>
                </a:ext>
              </a:extLst>
            </p:cNvPr>
            <p:cNvGrpSpPr/>
            <p:nvPr/>
          </p:nvGrpSpPr>
          <p:grpSpPr>
            <a:xfrm>
              <a:off x="7010400" y="3810000"/>
              <a:ext cx="3048000" cy="914400"/>
              <a:chOff x="7010400" y="3810000"/>
              <a:chExt cx="3048000" cy="914400"/>
            </a:xfrm>
          </p:grpSpPr>
          <p:cxnSp>
            <p:nvCxnSpPr>
              <p:cNvPr id="37" name="Connector: Elbow 36">
                <a:extLst>
                  <a:ext uri="{FF2B5EF4-FFF2-40B4-BE49-F238E27FC236}">
                    <a16:creationId xmlns:a16="http://schemas.microsoft.com/office/drawing/2014/main" id="{7E6C41B4-8674-5893-A476-005D664067D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934200" y="3886200"/>
                <a:ext cx="914400" cy="762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3DFA873D-B467-6D9B-C9A4-97FA666223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315200" y="3505200"/>
                <a:ext cx="914400" cy="1524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: Elbow 38">
                <a:extLst>
                  <a:ext uri="{FF2B5EF4-FFF2-40B4-BE49-F238E27FC236}">
                    <a16:creationId xmlns:a16="http://schemas.microsoft.com/office/drawing/2014/main" id="{E296341B-9F4A-8CE2-8098-E3D523858D4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696200" y="3124200"/>
                <a:ext cx="914400" cy="2286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4E084841-21A4-2341-A64C-CB26F2D3852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077200" y="2743200"/>
                <a:ext cx="914400" cy="3048000"/>
              </a:xfrm>
              <a:prstGeom prst="bentConnector3">
                <a:avLst/>
              </a:prstGeom>
              <a:ln w="63500" cap="flat">
                <a:solidFill>
                  <a:schemeClr val="tx1"/>
                </a:solidFill>
                <a:prstDash val="solid"/>
                <a:miter lim="800000"/>
                <a:headEnd type="none"/>
                <a:tailEnd type="none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8A52566-400D-4488-34AF-C51F0298248C}"/>
                    </a:ext>
                  </a:extLst>
                </p:cNvPr>
                <p:cNvSpPr/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8A52566-400D-4488-34AF-C51F02982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7600" y="3657600"/>
                  <a:ext cx="609600" cy="6096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C43043B9-43F4-EABA-BE64-84C140528174}"/>
                    </a:ext>
                  </a:extLst>
                </p:cNvPr>
                <p:cNvSpPr/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C43043B9-43F4-EABA-BE64-84C1405281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00" y="3657600"/>
                  <a:ext cx="609600" cy="6096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1D9C920-5987-9A4C-7683-096FDBE93F0F}"/>
                    </a:ext>
                  </a:extLst>
                </p:cNvPr>
                <p:cNvSpPr/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1D9C920-5987-9A4C-7683-096FDBE93F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1600" y="3657600"/>
                  <a:ext cx="609600" cy="6096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C09FBDA-E5DA-C2E3-0539-EF37A693F80F}"/>
                    </a:ext>
                  </a:extLst>
                </p:cNvPr>
                <p:cNvSpPr/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noFill/>
                <a:ln w="25400" cap="flat">
                  <a:noFill/>
                  <a:prstDash val="solid"/>
                  <a:miter/>
                </a:ln>
              </p:spPr>
              <p:txBody>
                <a:bodyPr wrap="none" lIns="0" tIns="0" rIns="0" bIns="0" rtlCol="0" anchor="ctr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LMHMono" panose="02000009000000000000" pitchFamily="49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latin typeface="LMHMono" panose="02000009000000000000" pitchFamily="49" charset="0"/>
                    <a:ea typeface="LMHMono" panose="02000009000000000000" pitchFamily="49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C09FBDA-E5DA-C2E3-0539-EF37A693F8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3600" y="3657600"/>
                  <a:ext cx="609600" cy="6096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06F6D1-7EE2-7B47-4DA5-8363D21657FD}"/>
              </a:ext>
            </a:extLst>
          </p:cNvPr>
          <p:cNvGrpSpPr/>
          <p:nvPr/>
        </p:nvGrpSpPr>
        <p:grpSpPr>
          <a:xfrm>
            <a:off x="12496800" y="1371600"/>
            <a:ext cx="914400" cy="5791200"/>
            <a:chOff x="13167360" y="457200"/>
            <a:chExt cx="1280160" cy="740664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3" name="Arrow: Pentagon 32">
              <a:extLst>
                <a:ext uri="{FF2B5EF4-FFF2-40B4-BE49-F238E27FC236}">
                  <a16:creationId xmlns:a16="http://schemas.microsoft.com/office/drawing/2014/main" id="{18C3A4A3-A106-CAD2-FE2C-F7AD86FC0A2C}"/>
                </a:ext>
              </a:extLst>
            </p:cNvPr>
            <p:cNvSpPr/>
            <p:nvPr/>
          </p:nvSpPr>
          <p:spPr>
            <a:xfrm rot="5400000">
              <a:off x="10104120" y="3520440"/>
              <a:ext cx="7406640" cy="1280160"/>
            </a:xfrm>
            <a:prstGeom prst="homePlate">
              <a:avLst>
                <a:gd name="adj" fmla="val 2619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rmAutofit/>
              <a:flatTx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stack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8CF43CB-8561-F3A7-2AB2-80CA6AA1728F}"/>
                </a:ext>
              </a:extLst>
            </p:cNvPr>
            <p:cNvSpPr txBox="1"/>
            <p:nvPr/>
          </p:nvSpPr>
          <p:spPr>
            <a:xfrm>
              <a:off x="13167360" y="457200"/>
              <a:ext cx="1280160" cy="548647"/>
            </a:xfrm>
            <a:prstGeom prst="rect">
              <a:avLst/>
            </a:prstGeom>
            <a:grp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top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CAC0315-9066-CD27-63CA-C43263A87DD5}"/>
              </a:ext>
            </a:extLst>
          </p:cNvPr>
          <p:cNvSpPr/>
          <p:nvPr/>
        </p:nvSpPr>
        <p:spPr>
          <a:xfrm>
            <a:off x="1219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35DF89-D59D-8F65-1B46-D4A508E70EB2}"/>
              </a:ext>
            </a:extLst>
          </p:cNvPr>
          <p:cNvSpPr/>
          <p:nvPr/>
        </p:nvSpPr>
        <p:spPr>
          <a:xfrm>
            <a:off x="198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EFD300-5C10-7CEB-DA57-D5C201E7C996}"/>
              </a:ext>
            </a:extLst>
          </p:cNvPr>
          <p:cNvSpPr/>
          <p:nvPr/>
        </p:nvSpPr>
        <p:spPr>
          <a:xfrm>
            <a:off x="2743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D606B-EBEF-7396-C564-13586233D26E}"/>
              </a:ext>
            </a:extLst>
          </p:cNvPr>
          <p:cNvSpPr/>
          <p:nvPr/>
        </p:nvSpPr>
        <p:spPr>
          <a:xfrm>
            <a:off x="3505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C9AD0C-B41B-1713-9909-DFE10406AAA5}"/>
              </a:ext>
            </a:extLst>
          </p:cNvPr>
          <p:cNvSpPr/>
          <p:nvPr/>
        </p:nvSpPr>
        <p:spPr>
          <a:xfrm>
            <a:off x="4267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7C277-DE29-153B-7F0B-A990DDCC8A5B}"/>
              </a:ext>
            </a:extLst>
          </p:cNvPr>
          <p:cNvSpPr/>
          <p:nvPr/>
        </p:nvSpPr>
        <p:spPr>
          <a:xfrm>
            <a:off x="502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37E9E7-C84B-107E-DF34-5DC2DB8E3B8F}"/>
              </a:ext>
            </a:extLst>
          </p:cNvPr>
          <p:cNvSpPr/>
          <p:nvPr/>
        </p:nvSpPr>
        <p:spPr>
          <a:xfrm>
            <a:off x="579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3F5853-7E7E-B4AB-97F3-F51DBBCBCA6F}"/>
              </a:ext>
            </a:extLst>
          </p:cNvPr>
          <p:cNvSpPr/>
          <p:nvPr/>
        </p:nvSpPr>
        <p:spPr>
          <a:xfrm>
            <a:off x="655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36E881-2E32-9F56-0012-AB9B1BAFBFAF}"/>
              </a:ext>
            </a:extLst>
          </p:cNvPr>
          <p:cNvSpPr/>
          <p:nvPr/>
        </p:nvSpPr>
        <p:spPr>
          <a:xfrm>
            <a:off x="7315200" y="65532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&amp;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A8D2C-2CBD-9683-22C1-7C3513931642}"/>
              </a:ext>
            </a:extLst>
          </p:cNvPr>
          <p:cNvSpPr/>
          <p:nvPr/>
        </p:nvSpPr>
        <p:spPr>
          <a:xfrm>
            <a:off x="8077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4B866D-60FA-2DA3-4FC6-356868ACDBDA}"/>
              </a:ext>
            </a:extLst>
          </p:cNvPr>
          <p:cNvSpPr/>
          <p:nvPr/>
        </p:nvSpPr>
        <p:spPr>
          <a:xfrm>
            <a:off x="8839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D1CE57-3EBD-B0A9-D9B3-2E3AF158F742}"/>
              </a:ext>
            </a:extLst>
          </p:cNvPr>
          <p:cNvSpPr/>
          <p:nvPr/>
        </p:nvSpPr>
        <p:spPr>
          <a:xfrm>
            <a:off x="9601200" y="65532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1ED412-3458-6E69-F1D8-7D78E05AB83D}"/>
              </a:ext>
            </a:extLst>
          </p:cNvPr>
          <p:cNvSpPr/>
          <p:nvPr/>
        </p:nvSpPr>
        <p:spPr>
          <a:xfrm>
            <a:off x="10363200" y="65532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F0BFFB-54D8-42C8-AC13-0C1135C5413D}"/>
              </a:ext>
            </a:extLst>
          </p:cNvPr>
          <p:cNvSpPr/>
          <p:nvPr/>
        </p:nvSpPr>
        <p:spPr>
          <a:xfrm>
            <a:off x="12649200" y="6248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32A20-0A3A-5003-7C4A-0D60E955F1CF}"/>
              </a:ext>
            </a:extLst>
          </p:cNvPr>
          <p:cNvSpPr/>
          <p:nvPr/>
        </p:nvSpPr>
        <p:spPr>
          <a:xfrm>
            <a:off x="1981200" y="3200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1D11FB-FF2C-AC0B-52A4-2D2D96E61129}"/>
              </a:ext>
            </a:extLst>
          </p:cNvPr>
          <p:cNvSpPr/>
          <p:nvPr/>
        </p:nvSpPr>
        <p:spPr>
          <a:xfrm>
            <a:off x="2743200" y="3200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9B2B17-87A4-93E9-A235-6AEB5EAC78F1}"/>
              </a:ext>
            </a:extLst>
          </p:cNvPr>
          <p:cNvSpPr/>
          <p:nvPr/>
        </p:nvSpPr>
        <p:spPr>
          <a:xfrm>
            <a:off x="3505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9BCC8C-5B58-5974-E231-BD60380F7429}"/>
              </a:ext>
            </a:extLst>
          </p:cNvPr>
          <p:cNvSpPr/>
          <p:nvPr/>
        </p:nvSpPr>
        <p:spPr>
          <a:xfrm>
            <a:off x="4267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F1F39F-F684-1DE7-9FE9-76E47910F20E}"/>
              </a:ext>
            </a:extLst>
          </p:cNvPr>
          <p:cNvSpPr/>
          <p:nvPr/>
        </p:nvSpPr>
        <p:spPr>
          <a:xfrm>
            <a:off x="502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275A86-0725-E506-8A30-F8DF13E3C6E8}"/>
              </a:ext>
            </a:extLst>
          </p:cNvPr>
          <p:cNvSpPr/>
          <p:nvPr/>
        </p:nvSpPr>
        <p:spPr>
          <a:xfrm>
            <a:off x="579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81B034-F267-6B3F-AA04-8F8347C42911}"/>
              </a:ext>
            </a:extLst>
          </p:cNvPr>
          <p:cNvSpPr/>
          <p:nvPr/>
        </p:nvSpPr>
        <p:spPr>
          <a:xfrm>
            <a:off x="6553200" y="3200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E324B-1975-5C53-2E42-AE309C4521D7}"/>
              </a:ext>
            </a:extLst>
          </p:cNvPr>
          <p:cNvSpPr/>
          <p:nvPr/>
        </p:nvSpPr>
        <p:spPr>
          <a:xfrm>
            <a:off x="7315200" y="3200400"/>
            <a:ext cx="609600" cy="60960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17297E-F377-CBB4-796F-75EA0C8B8136}"/>
              </a:ext>
            </a:extLst>
          </p:cNvPr>
          <p:cNvSpPr/>
          <p:nvPr/>
        </p:nvSpPr>
        <p:spPr>
          <a:xfrm>
            <a:off x="8077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D56734-133F-665F-D8F2-2F6914751BC0}"/>
              </a:ext>
            </a:extLst>
          </p:cNvPr>
          <p:cNvSpPr/>
          <p:nvPr/>
        </p:nvSpPr>
        <p:spPr>
          <a:xfrm>
            <a:off x="8839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D65871-9E14-73F5-731F-B80B988D982F}"/>
              </a:ext>
            </a:extLst>
          </p:cNvPr>
          <p:cNvSpPr/>
          <p:nvPr/>
        </p:nvSpPr>
        <p:spPr>
          <a:xfrm>
            <a:off x="9601200" y="4724400"/>
            <a:ext cx="6096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LMHMono" panose="02000009000000000000" pitchFamily="49" charset="0"/>
                <a:ea typeface="LMHMono" panose="02000009000000000000" pitchFamily="49" charset="0"/>
              </a:rPr>
              <a:t>11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EC458B-8C76-0FB7-10F7-A5CBBBCCA9C3}"/>
              </a:ext>
            </a:extLst>
          </p:cNvPr>
          <p:cNvSpPr/>
          <p:nvPr/>
        </p:nvSpPr>
        <p:spPr>
          <a:xfrm>
            <a:off x="10363200" y="47244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miter/>
          </a:ln>
          <a:scene3d>
            <a:camera prst="orthographicFront"/>
            <a:lightRig rig="soft" dir="t">
              <a:rot lat="0" lon="0" rev="18000000"/>
            </a:lightRig>
          </a:scene3d>
          <a:sp3d prstMaterial="metal">
            <a:bevelT w="101600" h="25400"/>
          </a:sp3d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3200">
                <a:latin typeface="LMHMono" panose="02000009000000000000" pitchFamily="49" charset="0"/>
                <a:ea typeface="LMHMono" panose="02000009000000000000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4095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3.33333E-6 -0.6666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0.66667 L -0.39063 -0.66667 C -0.56608 -0.66667 -0.78125 -0.63619 -0.78125 -0.61111 L -0.78125 -0.55556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063" y="555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6" presetClass="emph" presetSubtype="0" repeatCount="indefinite" autoRev="1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2B6076-008B-46CF-A35B-2398C3DD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Tổ chức dữ liệu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87A6C0-6199-48EB-B2CC-4573D4ED5B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>
                <a:solidFill>
                  <a:schemeClr val="tx2"/>
                </a:solidFill>
              </a:rPr>
              <a:t>const int</a:t>
            </a:r>
            <a:r>
              <a:rPr lang="en-US"/>
              <a:t> maxL = 1e6;</a:t>
            </a:r>
          </a:p>
          <a:p>
            <a:r>
              <a:rPr lang="en-US">
                <a:solidFill>
                  <a:schemeClr val="tx2"/>
                </a:solidFill>
              </a:rPr>
              <a:t>int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n; </a:t>
            </a:r>
            <a:r>
              <a:rPr lang="en-US">
                <a:solidFill>
                  <a:schemeClr val="accent5"/>
                </a:solidFill>
              </a:rPr>
              <a:t>//Số nút</a:t>
            </a:r>
          </a:p>
          <a:p>
            <a:r>
              <a:rPr lang="en-US">
                <a:solidFill>
                  <a:schemeClr val="tx2"/>
                </a:solidFill>
              </a:rPr>
              <a:t>struct</a:t>
            </a:r>
            <a:r>
              <a:rPr lang="en-US"/>
              <a:t> TPoint</a:t>
            </a:r>
          </a:p>
          <a:p>
            <a:r>
              <a:rPr lang="en-US"/>
              <a:t>{</a:t>
            </a:r>
          </a:p>
          <a:p>
            <a:r>
              <a:rPr lang="en-US"/>
              <a:t>   </a:t>
            </a:r>
            <a:r>
              <a:rPr lang="en-US">
                <a:solidFill>
                  <a:schemeClr val="tx2"/>
                </a:solidFill>
              </a:rPr>
              <a:t> int64_t </a:t>
            </a:r>
            <a:r>
              <a:rPr lang="en-US"/>
              <a:t>x, y;</a:t>
            </a:r>
          </a:p>
          <a:p>
            <a:r>
              <a:rPr lang="en-US"/>
              <a:t>};</a:t>
            </a:r>
          </a:p>
          <a:p>
            <a:r>
              <a:rPr lang="en-US">
                <a:solidFill>
                  <a:schemeClr val="tx2"/>
                </a:solidFill>
              </a:rPr>
              <a:t>struct</a:t>
            </a:r>
            <a:r>
              <a:rPr lang="en-US"/>
              <a:t> TNode </a:t>
            </a:r>
            <a:r>
              <a:rPr lang="en-US">
                <a:solidFill>
                  <a:schemeClr val="accent5"/>
                </a:solidFill>
              </a:rPr>
              <a:t>//Cấu trúc nút</a:t>
            </a:r>
          </a:p>
          <a:p>
            <a:r>
              <a:rPr lang="en-US"/>
              <a:t>{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char</a:t>
            </a:r>
            <a:r>
              <a:rPr lang="en-US"/>
              <a:t> c; </a:t>
            </a:r>
            <a:r>
              <a:rPr lang="en-US">
                <a:solidFill>
                  <a:schemeClr val="accent5"/>
                </a:solidFill>
              </a:rPr>
              <a:t>//Màu</a:t>
            </a:r>
          </a:p>
          <a:p>
            <a:r>
              <a:rPr lang="en-US"/>
              <a:t>   </a:t>
            </a:r>
            <a:r>
              <a:rPr lang="en-US">
                <a:solidFill>
                  <a:schemeClr val="tx2"/>
                </a:solidFill>
              </a:rPr>
              <a:t> int </a:t>
            </a:r>
            <a:r>
              <a:rPr lang="en-US"/>
              <a:t>child[2][2]; </a:t>
            </a:r>
            <a:r>
              <a:rPr lang="en-US">
                <a:solidFill>
                  <a:schemeClr val="accent5"/>
                </a:solidFill>
              </a:rPr>
              <a:t>//4 con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TPoint </a:t>
            </a:r>
            <a:r>
              <a:rPr lang="en-US"/>
              <a:t>TopLeft; </a:t>
            </a:r>
            <a:r>
              <a:rPr lang="en-US">
                <a:solidFill>
                  <a:schemeClr val="accent5"/>
                </a:solidFill>
              </a:rPr>
              <a:t>//góc trên trái</a:t>
            </a:r>
          </a:p>
          <a:p>
            <a:r>
              <a:rPr lang="en-US"/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F0D0B-D4A5-41F6-8FE4-FDA174B69E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>
                <a:solidFill>
                  <a:schemeClr val="tx2"/>
                </a:solidFill>
              </a:rPr>
              <a:t>struct</a:t>
            </a:r>
            <a:r>
              <a:rPr lang="en-US"/>
              <a:t> TTree</a:t>
            </a:r>
          </a:p>
          <a:p>
            <a:r>
              <a:rPr lang="en-US"/>
              <a:t>{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int</a:t>
            </a:r>
            <a:r>
              <a:rPr lang="en-US"/>
              <a:t> nNodes; //Số nút</a:t>
            </a:r>
          </a:p>
          <a:p>
            <a:r>
              <a:rPr lang="en-US"/>
              <a:t>    TNode node[maxL];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void</a:t>
            </a:r>
            <a:r>
              <a:rPr lang="en-US"/>
              <a:t> Build…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void</a:t>
            </a:r>
            <a:r>
              <a:rPr lang="en-US"/>
              <a:t> SetTopLeft…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int</a:t>
            </a:r>
            <a:r>
              <a:rPr lang="en-US"/>
              <a:t> Find…</a:t>
            </a:r>
          </a:p>
          <a:p>
            <a:r>
              <a:rPr lang="en-US"/>
              <a:t>}</a:t>
            </a:r>
          </a:p>
          <a:p>
            <a:r>
              <a:rPr lang="en-US"/>
              <a:t>TTree tree1, tree2; </a:t>
            </a:r>
            <a:r>
              <a:rPr lang="en-US">
                <a:solidFill>
                  <a:schemeClr val="accent5"/>
                </a:solidFill>
              </a:rPr>
              <a:t>//Hai ảnh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2F6E79-0EAE-4779-B7A5-404E7AC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48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6FC15C-E200-4294-8613-DC606B199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1406626" rtl="0" eaLnBrk="1" latinLnBrk="0" hangingPunct="1">
              <a:defRPr sz="2800" kern="12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  <a:cs typeface="+mn-cs"/>
              </a:defRPr>
            </a:lvl1pPr>
            <a:lvl2pPr marL="703312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626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09938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13250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16563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9875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23189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626501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AF171B-BCF0-4F8D-B01B-8AC3659B914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A324BE-3E3F-489B-9148-777EED6083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void TTree::Build(s): Dựng cây từ xâu s</a:t>
            </a:r>
          </a:p>
          <a:p>
            <a:r>
              <a:rPr lang="en-US"/>
              <a:t>stack&lt;</a:t>
            </a:r>
            <a:r>
              <a:rPr lang="en-US">
                <a:solidFill>
                  <a:schemeClr val="tx2"/>
                </a:solidFill>
              </a:rPr>
              <a:t>int</a:t>
            </a:r>
            <a:r>
              <a:rPr lang="en-US"/>
              <a:t>&gt; Stack;</a:t>
            </a:r>
          </a:p>
          <a:p>
            <a:r>
              <a:rPr lang="en-US"/>
              <a:t>nNodes = s.Length();</a:t>
            </a:r>
          </a:p>
          <a:p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(i = nNodes - 1; i &gt;= 0; --i)</a:t>
            </a:r>
          </a:p>
          <a:p>
            <a:r>
              <a:rPr lang="en-US"/>
              <a:t>{</a:t>
            </a:r>
          </a:p>
          <a:p>
            <a:r>
              <a:rPr lang="en-US"/>
              <a:t>    node[i].c = s[i];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(j = 0; j &lt; 2; ++j)</a:t>
            </a:r>
          </a:p>
          <a:p>
            <a:r>
              <a:rPr lang="en-US"/>
              <a:t>        </a:t>
            </a:r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(k = 0; k &lt; 2; ++k)</a:t>
            </a:r>
          </a:p>
          <a:p>
            <a:r>
              <a:rPr lang="en-US"/>
              <a:t>            </a:t>
            </a:r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(s[i] ≠ </a:t>
            </a:r>
            <a:r>
              <a:rPr lang="en-US">
                <a:solidFill>
                  <a:schemeClr val="accent4"/>
                </a:solidFill>
              </a:rPr>
              <a:t>'&amp;'</a:t>
            </a:r>
            <a:r>
              <a:rPr lang="en-US"/>
              <a:t>)</a:t>
            </a:r>
          </a:p>
          <a:p>
            <a:r>
              <a:rPr lang="en-US"/>
              <a:t>                node[i].child[j][k] = -1;</a:t>
            </a:r>
          </a:p>
          <a:p>
            <a:r>
              <a:rPr lang="en-US"/>
              <a:t>            </a:t>
            </a:r>
            <a:r>
              <a:rPr lang="en-US">
                <a:solidFill>
                  <a:schemeClr val="tx2"/>
                </a:solidFill>
              </a:rPr>
              <a:t>else</a:t>
            </a:r>
          </a:p>
          <a:p>
            <a:r>
              <a:rPr lang="en-US"/>
              <a:t>            {</a:t>
            </a:r>
          </a:p>
          <a:p>
            <a:r>
              <a:rPr lang="en-US"/>
              <a:t>                 node[i].child[j][k] = Stack.top();</a:t>
            </a:r>
            <a:br>
              <a:rPr lang="en-US"/>
            </a:br>
            <a:r>
              <a:rPr lang="en-US"/>
              <a:t>                 Stack.pop();</a:t>
            </a:r>
          </a:p>
          <a:p>
            <a:r>
              <a:rPr lang="en-US"/>
              <a:t>            }</a:t>
            </a:r>
          </a:p>
          <a:p>
            <a:r>
              <a:rPr lang="en-US"/>
              <a:t>    Stack.push(i);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60902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Tính các tọa độ góc trên trái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/>
                  <a:t>Ảnh gốc</a:t>
                </a:r>
              </a:p>
              <a:p>
                <a:pPr lvl="1"/>
                <a:r>
                  <a:rPr lang="en-US"/>
                  <a:t>Tọa độ góc trên trái: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endParaRPr lang="en-US"/>
              </a:p>
              <a:p>
                <a:pPr lvl="1"/>
                <a:r>
                  <a:rPr lang="en-US"/>
                  <a:t>Kích thước cạnh: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aseline="30000"/>
              </a:p>
              <a:p>
                <a:r>
                  <a:rPr lang="en-US"/>
                  <a:t>Tính tọa độ góc trên trái của các ảnh con</a:t>
                </a:r>
              </a:p>
              <a:p>
                <a:pPr lvl="1"/>
                <a:r>
                  <a:rPr lang="en-US"/>
                  <a:t>Từ kích thước và tọa độ ảnh gốc, tính kích thước và tọa độ 4 ảnh thành phần</a:t>
                </a:r>
              </a:p>
              <a:p>
                <a:pPr lvl="1"/>
                <a:r>
                  <a:rPr lang="en-US"/>
                  <a:t>Đệ quy để tính tọa độ các mảnh nhỏ hơn…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95" b="-5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42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5DE5-438A-404B-B8AC-359C7D361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1406626" rtl="0" eaLnBrk="1" latinLnBrk="0" hangingPunct="1">
              <a:defRPr sz="2800" kern="12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  <a:cs typeface="+mn-cs"/>
              </a:defRPr>
            </a:lvl1pPr>
            <a:lvl2pPr marL="703312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626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09938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13250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16563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9875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23189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626501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AF171B-BCF0-4F8D-B01B-8AC3659B914C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9465F-D563-4941-8B7C-B19A66B10C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void TTree::SetTopLeft(i, x, y, half)</a:t>
            </a:r>
          </a:p>
          <a:p>
            <a:r>
              <a:rPr lang="en-US">
                <a:solidFill>
                  <a:schemeClr val="accent5"/>
                </a:solidFill>
              </a:rPr>
              <a:t>//Đặt tọa độ góc trái trên của nút i thành (x, y)</a:t>
            </a:r>
          </a:p>
          <a:p>
            <a:r>
              <a:rPr lang="en-US">
                <a:solidFill>
                  <a:schemeClr val="accent5"/>
                </a:solidFill>
              </a:rPr>
              <a:t>//half = ½ kích th</a:t>
            </a:r>
            <a:r>
              <a:rPr lang="vi-VN">
                <a:solidFill>
                  <a:schemeClr val="accent5"/>
                </a:solidFill>
              </a:rPr>
              <a:t>ư</a:t>
            </a:r>
            <a:r>
              <a:rPr lang="en-US">
                <a:solidFill>
                  <a:schemeClr val="accent5"/>
                </a:solidFill>
              </a:rPr>
              <a:t>ớc cạnh của vùng i</a:t>
            </a:r>
          </a:p>
          <a:p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(i &lt; 0)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;</a:t>
            </a:r>
          </a:p>
          <a:p>
            <a:r>
              <a:rPr lang="en-US"/>
              <a:t>node[i].TopLeft = {x, y};</a:t>
            </a:r>
          </a:p>
          <a:p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(j = 0; j &lt; 2; ++j)</a:t>
            </a:r>
          </a:p>
          <a:p>
            <a:r>
              <a:rPr lang="en-US">
                <a:solidFill>
                  <a:schemeClr val="tx2"/>
                </a:solidFill>
              </a:rPr>
              <a:t>    for</a:t>
            </a:r>
            <a:r>
              <a:rPr lang="en-US"/>
              <a:t> (k = 0; k &lt; 2; ++k)</a:t>
            </a:r>
          </a:p>
          <a:p>
            <a:r>
              <a:rPr lang="en-US"/>
              <a:t>        SetTopLeft(node[i].child[j][k], </a:t>
            </a:r>
          </a:p>
          <a:p>
            <a:r>
              <a:rPr lang="en-US"/>
              <a:t>                   x + j * half, y + k * half, half / 2);</a:t>
            </a:r>
          </a:p>
          <a:p>
            <a:r>
              <a:rPr lang="en-US"/>
              <a:t>}</a:t>
            </a:r>
          </a:p>
          <a:p>
            <a:r>
              <a:rPr lang="en-US">
                <a:solidFill>
                  <a:srgbClr val="FF0000"/>
                </a:solidFill>
              </a:rPr>
              <a:t>SetTopLeft(0, 0, 0, 2</a:t>
            </a:r>
            <a:r>
              <a:rPr lang="en-US" baseline="30000">
                <a:solidFill>
                  <a:srgbClr val="FF0000"/>
                </a:solidFill>
              </a:rPr>
              <a:t>n - 1</a:t>
            </a:r>
            <a:r>
              <a:rPr lang="en-US">
                <a:solidFill>
                  <a:srgbClr val="FF000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265530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Tìm điểm màu đen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/>
                  <a:t>Cho nhánh cây gốc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/>
                  <a:t> biểu diễn một phần ảnh vuông.</a:t>
                </a:r>
              </a:p>
              <a:p>
                <a:r>
                  <a:rPr lang="en-US"/>
                  <a:t>Tìm 1 điểm có màu đen trong phần ảnh biểu diễn bởi cây gốc T:</a:t>
                </a:r>
              </a:p>
              <a:p>
                <a:pPr lvl="1"/>
                <a:r>
                  <a:rPr lang="en-US"/>
                  <a:t>Nếu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/>
                  <a:t> chứa ký tự ‘W’ </a:t>
                </a:r>
                <a:r>
                  <a:rPr lang="en-US">
                    <a:sym typeface="Symbol"/>
                  </a:rPr>
                  <a:t> Không tìm thấy, trả về NP (một điểm đặc biệt)</a:t>
                </a:r>
              </a:p>
              <a:p>
                <a:pPr lvl="1"/>
                <a:r>
                  <a:rPr lang="en-US">
                    <a:sym typeface="Symbol"/>
                  </a:rPr>
                  <a:t>Nếu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Symbol"/>
                      </a:rPr>
                      <m:t>𝑇</m:t>
                    </m:r>
                  </m:oMath>
                </a14:m>
                <a:r>
                  <a:rPr lang="en-US">
                    <a:sym typeface="Symbol"/>
                  </a:rPr>
                  <a:t> chứa ký tự ‘B’  Trả về một điểm tùy ý nằm trong ảnh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𝑦</m:t>
                        </m:r>
                      </m:e>
                    </m:d>
                  </m:oMath>
                </a14:m>
                <a:endParaRPr lang="en-US">
                  <a:sym typeface="Symbol"/>
                </a:endParaRPr>
              </a:p>
              <a:p>
                <a:pPr lvl="1"/>
                <a:r>
                  <a:rPr lang="en-US">
                    <a:sym typeface="Symbol"/>
                  </a:rPr>
                  <a:t>Nếu T chứa ký tự ‘&amp;’  Đệ quy tìm trong 4 nhánh con</a:t>
                </a:r>
              </a:p>
              <a:p>
                <a:r>
                  <a:rPr lang="en-US">
                    <a:sym typeface="Symbol"/>
                  </a:rPr>
                  <a:t>Viết hàm:</a:t>
                </a:r>
              </a:p>
              <a:p>
                <a:pPr lvl="1"/>
                <a:r>
                  <a:rPr lang="en-US">
                    <a:sym typeface="Symbol"/>
                  </a:rPr>
                  <a:t>Nhận vào một cây biểu diễn ảnh và một màu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/>
                      </a:rPr>
                      <m:t>𝑖𝑛𝑣𝑐𝑜𝑙𝑜𝑟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𝑊</m:t>
                        </m:r>
                      </m:e>
                    </m:d>
                  </m:oMath>
                </a14:m>
                <a:endParaRPr lang="en-US">
                  <a:sym typeface="Symbol"/>
                </a:endParaRPr>
              </a:p>
              <a:p>
                <a:pPr lvl="1"/>
                <a:r>
                  <a:rPr lang="en-US">
                    <a:sym typeface="Symbol"/>
                  </a:rPr>
                  <a:t>Trả về tọa độ có màu </a:t>
                </a:r>
                <a:r>
                  <a:rPr lang="en-US">
                    <a:solidFill>
                      <a:srgbClr val="FF0000"/>
                    </a:solidFill>
                    <a:sym typeface="Symbol"/>
                  </a:rPr>
                  <a:t>không phải</a:t>
                </a:r>
                <a:r>
                  <a:rPr lang="en-US"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/>
                      </a:rPr>
                      <m:t>𝑖𝑛𝑣𝑐𝑜𝑙𝑜𝑟</m:t>
                    </m:r>
                  </m:oMath>
                </a14:m>
                <a:r>
                  <a:rPr lang="en-US">
                    <a:sym typeface="Symbol"/>
                  </a:rPr>
                  <a:t> trong ảnh </a:t>
                </a:r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799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CDF3F-4394-434A-8BE9-151C42A7B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3533120" y="7223760"/>
            <a:ext cx="914400" cy="914400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ctr" defTabSz="1406626" rtl="0" eaLnBrk="1" latinLnBrk="0" hangingPunct="1">
              <a:defRPr sz="2800" kern="1200">
                <a:solidFill>
                  <a:schemeClr val="accent5"/>
                </a:solidFill>
                <a:latin typeface="LMHMono" panose="02000009000000000000" pitchFamily="49" charset="0"/>
                <a:ea typeface="LMHMono" panose="02000009000000000000" pitchFamily="49" charset="0"/>
                <a:cs typeface="+mn-cs"/>
              </a:defRPr>
            </a:lvl1pPr>
            <a:lvl2pPr marL="703312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06626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09938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13250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16563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19875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923189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626501" algn="l" defTabSz="1406626" rtl="0" eaLnBrk="1" latinLnBrk="0" hangingPunct="1">
              <a:defRPr sz="27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AF171B-BCF0-4F8D-B01B-8AC3659B914C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693EE-16EC-4721-A802-C6821744C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TPoint TTree::Find(i, invcolor)</a:t>
            </a:r>
          </a:p>
          <a:p>
            <a:r>
              <a:rPr lang="en-US">
                <a:solidFill>
                  <a:schemeClr val="accent5"/>
                </a:solidFill>
              </a:rPr>
              <a:t>//Tìm điểm có màu khác invcolor trong nút i, </a:t>
            </a:r>
          </a:p>
          <a:p>
            <a:r>
              <a:rPr lang="en-US">
                <a:solidFill>
                  <a:schemeClr val="accent5"/>
                </a:solidFill>
              </a:rPr>
              <a:t>//trả về điểm NP nếu không thấy, NP: Một tọa độ đặc biệt nằm ngoài ảnh</a:t>
            </a:r>
          </a:p>
          <a:p>
            <a:r>
              <a:rPr lang="en-US"/>
              <a:t>{</a:t>
            </a:r>
          </a:p>
          <a:p>
            <a:r>
              <a:rPr lang="en-US">
                <a:solidFill>
                  <a:schemeClr val="tx2"/>
                </a:solidFill>
              </a:rPr>
              <a:t>    if </a:t>
            </a:r>
            <a:r>
              <a:rPr lang="en-US"/>
              <a:t>(node[i].c ≠ </a:t>
            </a:r>
            <a:r>
              <a:rPr lang="en-US">
                <a:solidFill>
                  <a:schemeClr val="accent4"/>
                </a:solidFill>
              </a:rPr>
              <a:t>'&amp;'</a:t>
            </a:r>
            <a:r>
              <a:rPr lang="en-US"/>
              <a:t>) </a:t>
            </a:r>
          </a:p>
          <a:p>
            <a:r>
              <a:rPr lang="en-US"/>
              <a:t>       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node[i].c == invcolor ? NP : node[i].TopLeft;</a:t>
            </a:r>
          </a:p>
          <a:p>
            <a:r>
              <a:rPr lang="en-US">
                <a:solidFill>
                  <a:schemeClr val="tx2"/>
                </a:solidFill>
              </a:rPr>
              <a:t>    for</a:t>
            </a:r>
            <a:r>
              <a:rPr lang="en-US"/>
              <a:t> (j = 0; j &lt; 2; ++j)</a:t>
            </a:r>
          </a:p>
          <a:p>
            <a:r>
              <a:rPr lang="en-US"/>
              <a:t>        </a:t>
            </a:r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(k = 0; k &lt; 2; ++k)</a:t>
            </a:r>
          </a:p>
          <a:p>
            <a:r>
              <a:rPr lang="en-US"/>
              <a:t>        {</a:t>
            </a:r>
          </a:p>
          <a:p>
            <a:r>
              <a:rPr lang="en-US"/>
              <a:t>            TPoint temp = Find(node[i].child[j][k], invcolor);</a:t>
            </a:r>
          </a:p>
          <a:p>
            <a:r>
              <a:rPr lang="en-US"/>
              <a:t>            </a:t>
            </a:r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(temp ≠ NP)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temp;</a:t>
            </a:r>
          </a:p>
          <a:p>
            <a:r>
              <a:rPr lang="en-US"/>
              <a:t>        }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NP;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51648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Đối sánh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/>
                  <a:t>Giả sử có 2 cây biểu diễn ảnh: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/>
              </a:p>
              <a:p>
                <a:r>
                  <a:rPr lang="en-US"/>
                  <a:t>Phép đối sánh nhận vào 2 gốc cây biểu diễn hai ảnh.</a:t>
                </a:r>
              </a:p>
              <a:p>
                <a:pPr lvl="1"/>
                <a:r>
                  <a:rPr lang="en-US"/>
                  <a:t>Nếu một gốc chứa mã màu ‘B’, quy về việc tìm điểm có màu </a:t>
                </a:r>
                <a:r>
                  <a:rPr lang="en-US" b="0" i="0">
                    <a:latin typeface="+mj-lt"/>
                  </a:rPr>
                  <a:t>≠ ‘B’ </a:t>
                </a:r>
                <a:r>
                  <a:rPr lang="en-US"/>
                  <a:t>trong cây còn lại</a:t>
                </a:r>
              </a:p>
              <a:p>
                <a:pPr lvl="1"/>
                <a:r>
                  <a:rPr lang="en-US"/>
                  <a:t>Nếu một gốc chứa mã màu ‘W’, quy về việc tìm điểm có màu </a:t>
                </a:r>
                <a:r>
                  <a:rPr lang="en-US" b="0" i="0">
                    <a:latin typeface="+mj-lt"/>
                  </a:rPr>
                  <a:t>≠ ‘W’</a:t>
                </a:r>
                <a:r>
                  <a:rPr lang="en-US"/>
                  <a:t> trong cây còn lại</a:t>
                </a:r>
              </a:p>
              <a:p>
                <a:pPr lvl="1"/>
                <a:r>
                  <a:rPr lang="en-US"/>
                  <a:t>Nếu cả hai gốc chứa ký tự &amp;, quy về việc đối sánh 4 cây con tương ứng bằng đệ quy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F171B-BCF0-4F8D-B01B-8AC3659B914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0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AEC05-7278-C8C7-10FB-7CD3490011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>
                <a:solidFill>
                  <a:srgbClr val="FF0000"/>
                </a:solidFill>
              </a:rPr>
              <a:t>TPoint DifPoint(r, s)</a:t>
            </a:r>
            <a:r>
              <a:rPr lang="en-US"/>
              <a:t> </a:t>
            </a:r>
            <a:r>
              <a:rPr lang="en-US">
                <a:solidFill>
                  <a:schemeClr val="accent5"/>
                </a:solidFill>
              </a:rPr>
              <a:t>//r: gốc tree1, s: gốc tree2</a:t>
            </a:r>
          </a:p>
          <a:p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(tree1.node[r].c ≠ '&amp;') </a:t>
            </a:r>
            <a:r>
              <a:rPr lang="en-US">
                <a:solidFill>
                  <a:schemeClr val="accent5"/>
                </a:solidFill>
              </a:rPr>
              <a:t>//tree1 là ảnh đơn sắc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tree2.Find(s, tree1.node[r].c);</a:t>
            </a:r>
          </a:p>
          <a:p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(tree[2].c[s] ≠ '&amp;') </a:t>
            </a:r>
            <a:r>
              <a:rPr lang="en-US">
                <a:solidFill>
                  <a:schemeClr val="accent5"/>
                </a:solidFill>
              </a:rPr>
              <a:t>//tree2 là ảnh đơn sắc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tree1.Find(r, tree2.node[s].c);</a:t>
            </a:r>
          </a:p>
          <a:p>
            <a:r>
              <a:rPr lang="en-US">
                <a:solidFill>
                  <a:schemeClr val="accent5"/>
                </a:solidFill>
              </a:rPr>
              <a:t>//Hai cây đều là ảnh hỗn hợp (&amp;)</a:t>
            </a:r>
          </a:p>
          <a:p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(j = 0; j &lt; 2; ++j)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2"/>
                </a:solidFill>
              </a:rPr>
              <a:t>for</a:t>
            </a:r>
            <a:r>
              <a:rPr lang="en-US"/>
              <a:t> (k = 0; k &lt; 2; ++k)</a:t>
            </a:r>
          </a:p>
          <a:p>
            <a:r>
              <a:rPr lang="en-US"/>
              <a:t>    {</a:t>
            </a:r>
          </a:p>
          <a:p>
            <a:r>
              <a:rPr lang="en-US"/>
              <a:t>        TPoint temp = DifPoint(tree1.child[j][k], tree2.child[j][k]);</a:t>
            </a:r>
          </a:p>
          <a:p>
            <a:r>
              <a:rPr lang="en-US"/>
              <a:t>        </a:t>
            </a:r>
            <a:r>
              <a:rPr lang="en-US">
                <a:solidFill>
                  <a:schemeClr val="tx2"/>
                </a:solidFill>
              </a:rPr>
              <a:t>if</a:t>
            </a:r>
            <a:r>
              <a:rPr lang="en-US"/>
              <a:t> (temp ≠ NP) </a:t>
            </a:r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temp;</a:t>
            </a:r>
          </a:p>
          <a:p>
            <a:r>
              <a:rPr lang="en-US"/>
              <a:t>    }</a:t>
            </a:r>
          </a:p>
          <a:p>
            <a:r>
              <a:rPr lang="en-US">
                <a:solidFill>
                  <a:schemeClr val="tx2"/>
                </a:solidFill>
              </a:rPr>
              <a:t>return</a:t>
            </a:r>
            <a:r>
              <a:rPr lang="en-US"/>
              <a:t> NP;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6B0FA-3DF9-ECD7-9838-3CA03DE8FA5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A25190C5-5F0C-4ABB-A4FB-F581D482780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64607"/>
      </p:ext>
    </p:extLst>
  </p:cSld>
  <p:clrMapOvr>
    <a:masterClrMapping/>
  </p:clrMapOvr>
</p:sld>
</file>

<file path=ppt/theme/theme1.xml><?xml version="1.0" encoding="utf-8"?>
<a:theme xmlns:a="http://schemas.openxmlformats.org/drawingml/2006/main" name="LMH">
  <a:themeElements>
    <a:clrScheme name="Hoang">
      <a:dk1>
        <a:srgbClr val="000000"/>
      </a:dk1>
      <a:lt1>
        <a:sysClr val="window" lastClr="FFFFFF"/>
      </a:lt1>
      <a:dk2>
        <a:srgbClr val="0000BC"/>
      </a:dk2>
      <a:lt2>
        <a:srgbClr val="FFFEBB"/>
      </a:lt2>
      <a:accent1>
        <a:srgbClr val="B5DEFE"/>
      </a:accent1>
      <a:accent2>
        <a:srgbClr val="FFD830"/>
      </a:accent2>
      <a:accent3>
        <a:srgbClr val="9CFFBB"/>
      </a:accent3>
      <a:accent4>
        <a:srgbClr val="005200"/>
      </a:accent4>
      <a:accent5>
        <a:srgbClr val="777777"/>
      </a:accent5>
      <a:accent6>
        <a:srgbClr val="BCBCBC"/>
      </a:accent6>
      <a:hlink>
        <a:srgbClr val="0000FF"/>
      </a:hlink>
      <a:folHlink>
        <a:srgbClr val="800080"/>
      </a:folHlink>
    </a:clrScheme>
    <a:fontScheme name="HoangDoc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25400" cap="flat">
          <a:noFill/>
          <a:prstDash val="solid"/>
          <a:miter/>
        </a:ln>
        <a:scene3d>
          <a:camera prst="orthographicFront"/>
          <a:lightRig rig="soft" dir="t">
            <a:rot lat="0" lon="0" rev="18000000"/>
          </a:lightRig>
        </a:scene3d>
        <a:sp3d prstMaterial="metal">
          <a:bevelT w="127000" h="50800" prst="relaxedInset"/>
        </a:sp3d>
      </a:spPr>
      <a:bodyPr wrap="none" lIns="0" tIns="0" rIns="0" bIns="0" rtlCol="0" anchor="ctr">
        <a:noAutofit/>
      </a:bodyPr>
      <a:lstStyle>
        <a:defPPr algn="ctr">
          <a:defRPr sz="2800"/>
        </a:defPPr>
      </a:lstStyle>
    </a:spDef>
    <a:lnDef>
      <a:spPr>
        <a:ln w="63500" cap="flat">
          <a:solidFill>
            <a:schemeClr val="tx1"/>
          </a:solidFill>
          <a:prstDash val="solid"/>
          <a:miter lim="800000"/>
          <a:headEnd type="none"/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Hoang">
      <a:dk1>
        <a:srgbClr val="000000"/>
      </a:dk1>
      <a:lt1>
        <a:sysClr val="window" lastClr="FFFFFF"/>
      </a:lt1>
      <a:dk2>
        <a:srgbClr val="0000A0"/>
      </a:dk2>
      <a:lt2>
        <a:srgbClr val="FFFF80"/>
      </a:lt2>
      <a:accent1>
        <a:srgbClr val="80E0FF"/>
      </a:accent1>
      <a:accent2>
        <a:srgbClr val="FFD700"/>
      </a:accent2>
      <a:accent3>
        <a:srgbClr val="60FF80"/>
      </a:accent3>
      <a:accent4>
        <a:srgbClr val="008000"/>
      </a:accent4>
      <a:accent5>
        <a:srgbClr val="606060"/>
      </a:accent5>
      <a:accent6>
        <a:srgbClr val="FF0000"/>
      </a:accent6>
      <a:hlink>
        <a:srgbClr val="0000FF"/>
      </a:hlink>
      <a:folHlink>
        <a:srgbClr val="800080"/>
      </a:folHlink>
    </a:clrScheme>
    <a:fontScheme name="Hoan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25562</TotalTime>
  <Words>4403</Words>
  <Application>Microsoft Office PowerPoint</Application>
  <PresentationFormat>Custom</PresentationFormat>
  <Paragraphs>1222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LMHMono</vt:lpstr>
      <vt:lpstr>Cambria</vt:lpstr>
      <vt:lpstr>Symbol</vt:lpstr>
      <vt:lpstr>Wingdings</vt:lpstr>
      <vt:lpstr>Arial</vt:lpstr>
      <vt:lpstr>Cambria Math</vt:lpstr>
      <vt:lpstr>Calibri</vt:lpstr>
      <vt:lpstr>Wingdings 2</vt:lpstr>
      <vt:lpstr>LMH</vt:lpstr>
      <vt:lpstr>Cây</vt:lpstr>
      <vt:lpstr>Khái niệm cây</vt:lpstr>
      <vt:lpstr>Biểu diễn cây</vt:lpstr>
      <vt:lpstr>Disjoint-Set Forest</vt:lpstr>
      <vt:lpstr>Bài toán</vt:lpstr>
      <vt:lpstr>Thuật toán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Rừng các tập rời nhau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Độ phức tạp tính toán</vt:lpstr>
      <vt:lpstr>Nén đường và hợp theo hạng</vt:lpstr>
      <vt:lpstr>Duyệt cây</vt:lpstr>
      <vt:lpstr>Duyệt cây</vt:lpstr>
      <vt:lpstr>Thứ tự trước và thứ tự sau</vt:lpstr>
      <vt:lpstr>Tính giá trị biểu thức PN và RPN</vt:lpstr>
      <vt:lpstr>PowerPoint Presentation</vt:lpstr>
      <vt:lpstr>Tính biểu thức tiền tố</vt:lpstr>
      <vt:lpstr>Tính biểu thức tiền tố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Thứ tự tính toán</vt:lpstr>
      <vt:lpstr>Đối sánh ảnh</vt:lpstr>
      <vt:lpstr>Ảnh ≡ Cây tứ phân</vt:lpstr>
      <vt:lpstr>PowerPoint Presentation</vt:lpstr>
      <vt:lpstr>Dựng cây từ xâu mã hóa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Tổ chức dữ liệu</vt:lpstr>
      <vt:lpstr>PowerPoint Presentation</vt:lpstr>
      <vt:lpstr>Tính các tọa độ góc trên trái</vt:lpstr>
      <vt:lpstr>PowerPoint Presentation</vt:lpstr>
      <vt:lpstr>Tìm điểm màu đen</vt:lpstr>
      <vt:lpstr>PowerPoint Presentation</vt:lpstr>
      <vt:lpstr>Đối sánh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Working</dc:creator>
  <cp:lastModifiedBy>Minh Hoang LE</cp:lastModifiedBy>
  <cp:revision>213</cp:revision>
  <cp:lastPrinted>2026-01-02T13:46:47Z</cp:lastPrinted>
  <dcterms:created xsi:type="dcterms:W3CDTF">2014-08-28T21:57:33Z</dcterms:created>
  <dcterms:modified xsi:type="dcterms:W3CDTF">2026-02-23T00:01:56Z</dcterms:modified>
</cp:coreProperties>
</file>